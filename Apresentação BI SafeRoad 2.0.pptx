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5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0" r:id="rId9"/>
    <p:sldId id="264" r:id="rId10"/>
    <p:sldId id="268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F81CB3A-4AA8-447F-8E4E-136D59F6232B}" v="15" dt="2026-01-27T19:04:53.43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cca Rosário" userId="6a125ecf6fd1e305" providerId="LiveId" clId="{21C86C65-016E-4838-9342-834790FF027C}"/>
    <pc:docChg chg="undo custSel addSld delSld modSld sldOrd">
      <pc:chgData name="Lucca Rosário" userId="6a125ecf6fd1e305" providerId="LiveId" clId="{21C86C65-016E-4838-9342-834790FF027C}" dt="2026-01-27T19:04:50.466" v="3161" actId="20577"/>
      <pc:docMkLst>
        <pc:docMk/>
      </pc:docMkLst>
      <pc:sldChg chg="addSp modSp mod setBg">
        <pc:chgData name="Lucca Rosário" userId="6a125ecf6fd1e305" providerId="LiveId" clId="{21C86C65-016E-4838-9342-834790FF027C}" dt="2026-01-27T17:10:43.296" v="83" actId="20577"/>
        <pc:sldMkLst>
          <pc:docMk/>
          <pc:sldMk cId="0" sldId="256"/>
        </pc:sldMkLst>
        <pc:spChg chg="mod">
          <ac:chgData name="Lucca Rosário" userId="6a125ecf6fd1e305" providerId="LiveId" clId="{21C86C65-016E-4838-9342-834790FF027C}" dt="2026-01-27T17:10:36.889" v="82" actId="1076"/>
          <ac:spMkLst>
            <pc:docMk/>
            <pc:sldMk cId="0" sldId="256"/>
            <ac:spMk id="2" creationId="{00000000-0000-0000-0000-000000000000}"/>
          </ac:spMkLst>
        </pc:spChg>
        <pc:spChg chg="mod">
          <ac:chgData name="Lucca Rosário" userId="6a125ecf6fd1e305" providerId="LiveId" clId="{21C86C65-016E-4838-9342-834790FF027C}" dt="2026-01-27T17:10:43.296" v="83" actId="20577"/>
          <ac:spMkLst>
            <pc:docMk/>
            <pc:sldMk cId="0" sldId="256"/>
            <ac:spMk id="3" creationId="{00000000-0000-0000-0000-000000000000}"/>
          </ac:spMkLst>
        </pc:spChg>
        <pc:spChg chg="add">
          <ac:chgData name="Lucca Rosário" userId="6a125ecf6fd1e305" providerId="LiveId" clId="{21C86C65-016E-4838-9342-834790FF027C}" dt="2026-01-27T17:09:46.875" v="72" actId="26606"/>
          <ac:spMkLst>
            <pc:docMk/>
            <pc:sldMk cId="0" sldId="256"/>
            <ac:spMk id="9" creationId="{A4322390-8B58-46BE-88EB-D9FD30C08743}"/>
          </ac:spMkLst>
        </pc:spChg>
        <pc:spChg chg="add">
          <ac:chgData name="Lucca Rosário" userId="6a125ecf6fd1e305" providerId="LiveId" clId="{21C86C65-016E-4838-9342-834790FF027C}" dt="2026-01-27T17:09:46.875" v="72" actId="26606"/>
          <ac:spMkLst>
            <pc:docMk/>
            <pc:sldMk cId="0" sldId="256"/>
            <ac:spMk id="11" creationId="{C885E190-58DD-42DD-A4A8-401E15C92A52}"/>
          </ac:spMkLst>
        </pc:spChg>
        <pc:picChg chg="add">
          <ac:chgData name="Lucca Rosário" userId="6a125ecf6fd1e305" providerId="LiveId" clId="{21C86C65-016E-4838-9342-834790FF027C}" dt="2026-01-27T17:09:46.875" v="72" actId="26606"/>
          <ac:picMkLst>
            <pc:docMk/>
            <pc:sldMk cId="0" sldId="256"/>
            <ac:picMk id="5" creationId="{5DEE38D7-C00A-A914-65F6-D400316642CC}"/>
          </ac:picMkLst>
        </pc:picChg>
      </pc:sldChg>
      <pc:sldChg chg="addSp delSp modSp mod setBg setClrOvrMap">
        <pc:chgData name="Lucca Rosário" userId="6a125ecf6fd1e305" providerId="LiveId" clId="{21C86C65-016E-4838-9342-834790FF027C}" dt="2026-01-27T17:44:14.387" v="3061" actId="1076"/>
        <pc:sldMkLst>
          <pc:docMk/>
          <pc:sldMk cId="0" sldId="257"/>
        </pc:sldMkLst>
        <pc:spChg chg="mod">
          <ac:chgData name="Lucca Rosário" userId="6a125ecf6fd1e305" providerId="LiveId" clId="{21C86C65-016E-4838-9342-834790FF027C}" dt="2026-01-27T17:44:14.387" v="3061" actId="1076"/>
          <ac:spMkLst>
            <pc:docMk/>
            <pc:sldMk cId="0" sldId="257"/>
            <ac:spMk id="2" creationId="{00000000-0000-0000-0000-000000000000}"/>
          </ac:spMkLst>
        </pc:spChg>
        <pc:spChg chg="add del mod">
          <ac:chgData name="Lucca Rosário" userId="6a125ecf6fd1e305" providerId="LiveId" clId="{21C86C65-016E-4838-9342-834790FF027C}" dt="2026-01-27T17:44:08.107" v="3058" actId="14100"/>
          <ac:spMkLst>
            <pc:docMk/>
            <pc:sldMk cId="0" sldId="257"/>
            <ac:spMk id="3" creationId="{00000000-0000-0000-0000-000000000000}"/>
          </ac:spMkLst>
        </pc:spChg>
        <pc:spChg chg="add del">
          <ac:chgData name="Lucca Rosário" userId="6a125ecf6fd1e305" providerId="LiveId" clId="{21C86C65-016E-4838-9342-834790FF027C}" dt="2026-01-27T17:43:56.978" v="3056" actId="26606"/>
          <ac:spMkLst>
            <pc:docMk/>
            <pc:sldMk cId="0" sldId="257"/>
            <ac:spMk id="9" creationId="{F747F1B4-B831-4277-8AB0-32767F7EB7BF}"/>
          </ac:spMkLst>
        </pc:spChg>
        <pc:spChg chg="add del">
          <ac:chgData name="Lucca Rosário" userId="6a125ecf6fd1e305" providerId="LiveId" clId="{21C86C65-016E-4838-9342-834790FF027C}" dt="2026-01-27T17:43:56.978" v="3056" actId="26606"/>
          <ac:spMkLst>
            <pc:docMk/>
            <pc:sldMk cId="0" sldId="257"/>
            <ac:spMk id="11" creationId="{D80CFA21-AB7C-4BEB-9BFF-05764FBBF3C6}"/>
          </ac:spMkLst>
        </pc:spChg>
        <pc:spChg chg="add del">
          <ac:chgData name="Lucca Rosário" userId="6a125ecf6fd1e305" providerId="LiveId" clId="{21C86C65-016E-4838-9342-834790FF027C}" dt="2026-01-27T17:43:56.978" v="3056" actId="26606"/>
          <ac:spMkLst>
            <pc:docMk/>
            <pc:sldMk cId="0" sldId="257"/>
            <ac:spMk id="13" creationId="{12F7E335-851A-4CAE-B09F-E657819D4600}"/>
          </ac:spMkLst>
        </pc:spChg>
        <pc:spChg chg="add del">
          <ac:chgData name="Lucca Rosário" userId="6a125ecf6fd1e305" providerId="LiveId" clId="{21C86C65-016E-4838-9342-834790FF027C}" dt="2026-01-27T17:43:56.978" v="3056" actId="26606"/>
          <ac:spMkLst>
            <pc:docMk/>
            <pc:sldMk cId="0" sldId="257"/>
            <ac:spMk id="15" creationId="{10B541F0-7F6E-402E-84D8-CF96EACA5FBC}"/>
          </ac:spMkLst>
        </pc:spChg>
        <pc:graphicFrameChg chg="add del">
          <ac:chgData name="Lucca Rosário" userId="6a125ecf6fd1e305" providerId="LiveId" clId="{21C86C65-016E-4838-9342-834790FF027C}" dt="2026-01-27T17:43:56.978" v="3056" actId="26606"/>
          <ac:graphicFrameMkLst>
            <pc:docMk/>
            <pc:sldMk cId="0" sldId="257"/>
            <ac:graphicFrameMk id="5" creationId="{B3FFB956-2F39-FCC8-72FA-CD262C4CE50D}"/>
          </ac:graphicFrameMkLst>
        </pc:graphicFrameChg>
        <pc:picChg chg="add">
          <ac:chgData name="Lucca Rosário" userId="6a125ecf6fd1e305" providerId="LiveId" clId="{21C86C65-016E-4838-9342-834790FF027C}" dt="2026-01-27T17:43:59.921" v="3057" actId="26606"/>
          <ac:picMkLst>
            <pc:docMk/>
            <pc:sldMk cId="0" sldId="257"/>
            <ac:picMk id="6" creationId="{BA59846B-97CA-5D98-7B1F-868D9FE76125}"/>
          </ac:picMkLst>
        </pc:picChg>
      </pc:sldChg>
      <pc:sldChg chg="addSp delSp modSp mod setBg setClrOvrMap">
        <pc:chgData name="Lucca Rosário" userId="6a125ecf6fd1e305" providerId="LiveId" clId="{21C86C65-016E-4838-9342-834790FF027C}" dt="2026-01-27T17:44:32.879" v="3064" actId="26606"/>
        <pc:sldMkLst>
          <pc:docMk/>
          <pc:sldMk cId="0" sldId="258"/>
        </pc:sldMkLst>
        <pc:spChg chg="mod">
          <ac:chgData name="Lucca Rosário" userId="6a125ecf6fd1e305" providerId="LiveId" clId="{21C86C65-016E-4838-9342-834790FF027C}" dt="2026-01-27T17:44:32.879" v="3064" actId="26606"/>
          <ac:spMkLst>
            <pc:docMk/>
            <pc:sldMk cId="0" sldId="258"/>
            <ac:spMk id="2" creationId="{00000000-0000-0000-0000-000000000000}"/>
          </ac:spMkLst>
        </pc:spChg>
        <pc:spChg chg="add del mod">
          <ac:chgData name="Lucca Rosário" userId="6a125ecf6fd1e305" providerId="LiveId" clId="{21C86C65-016E-4838-9342-834790FF027C}" dt="2026-01-27T17:44:32.879" v="3064" actId="26606"/>
          <ac:spMkLst>
            <pc:docMk/>
            <pc:sldMk cId="0" sldId="258"/>
            <ac:spMk id="3" creationId="{00000000-0000-0000-0000-000000000000}"/>
          </ac:spMkLst>
        </pc:spChg>
        <pc:spChg chg="add del">
          <ac:chgData name="Lucca Rosário" userId="6a125ecf6fd1e305" providerId="LiveId" clId="{21C86C65-016E-4838-9342-834790FF027C}" dt="2026-01-27T17:44:32.851" v="3063" actId="26606"/>
          <ac:spMkLst>
            <pc:docMk/>
            <pc:sldMk cId="0" sldId="258"/>
            <ac:spMk id="9" creationId="{ABE6F9A3-300E-47F5-B41C-C8C5E758DE7C}"/>
          </ac:spMkLst>
        </pc:spChg>
        <pc:spChg chg="add del">
          <ac:chgData name="Lucca Rosário" userId="6a125ecf6fd1e305" providerId="LiveId" clId="{21C86C65-016E-4838-9342-834790FF027C}" dt="2026-01-27T17:44:32.851" v="3063" actId="26606"/>
          <ac:spMkLst>
            <pc:docMk/>
            <pc:sldMk cId="0" sldId="258"/>
            <ac:spMk id="11" creationId="{61B4701B-39FE-43B8-86AA-D6B8789C2207}"/>
          </ac:spMkLst>
        </pc:spChg>
        <pc:spChg chg="add del">
          <ac:chgData name="Lucca Rosário" userId="6a125ecf6fd1e305" providerId="LiveId" clId="{21C86C65-016E-4838-9342-834790FF027C}" dt="2026-01-27T17:44:32.851" v="3063" actId="26606"/>
          <ac:spMkLst>
            <pc:docMk/>
            <pc:sldMk cId="0" sldId="258"/>
            <ac:spMk id="13" creationId="{E9A7EF13-49FA-4355-971A-34B065F35022}"/>
          </ac:spMkLst>
        </pc:spChg>
        <pc:spChg chg="add del">
          <ac:chgData name="Lucca Rosário" userId="6a125ecf6fd1e305" providerId="LiveId" clId="{21C86C65-016E-4838-9342-834790FF027C}" dt="2026-01-27T17:44:32.851" v="3063" actId="26606"/>
          <ac:spMkLst>
            <pc:docMk/>
            <pc:sldMk cId="0" sldId="258"/>
            <ac:spMk id="15" creationId="{92CF3C3E-0F7B-4F0C-8EBD-BDD38E9C66F5}"/>
          </ac:spMkLst>
        </pc:spChg>
        <pc:spChg chg="add">
          <ac:chgData name="Lucca Rosário" userId="6a125ecf6fd1e305" providerId="LiveId" clId="{21C86C65-016E-4838-9342-834790FF027C}" dt="2026-01-27T17:44:32.879" v="3064" actId="26606"/>
          <ac:spMkLst>
            <pc:docMk/>
            <pc:sldMk cId="0" sldId="258"/>
            <ac:spMk id="17" creationId="{4E78424C-6FD0-41F8-9CAA-5DC19C42359F}"/>
          </ac:spMkLst>
        </pc:spChg>
        <pc:spChg chg="add">
          <ac:chgData name="Lucca Rosário" userId="6a125ecf6fd1e305" providerId="LiveId" clId="{21C86C65-016E-4838-9342-834790FF027C}" dt="2026-01-27T17:44:32.879" v="3064" actId="26606"/>
          <ac:spMkLst>
            <pc:docMk/>
            <pc:sldMk cId="0" sldId="258"/>
            <ac:spMk id="18" creationId="{DD136760-57DC-4301-8BEA-B71AD2D13905}"/>
          </ac:spMkLst>
        </pc:spChg>
        <pc:spChg chg="add">
          <ac:chgData name="Lucca Rosário" userId="6a125ecf6fd1e305" providerId="LiveId" clId="{21C86C65-016E-4838-9342-834790FF027C}" dt="2026-01-27T17:44:32.879" v="3064" actId="26606"/>
          <ac:spMkLst>
            <pc:docMk/>
            <pc:sldMk cId="0" sldId="258"/>
            <ac:spMk id="19" creationId="{BDC58DEA-1307-4F44-AD47-E613D8B76A89}"/>
          </ac:spMkLst>
        </pc:spChg>
        <pc:spChg chg="add">
          <ac:chgData name="Lucca Rosário" userId="6a125ecf6fd1e305" providerId="LiveId" clId="{21C86C65-016E-4838-9342-834790FF027C}" dt="2026-01-27T17:44:32.879" v="3064" actId="26606"/>
          <ac:spMkLst>
            <pc:docMk/>
            <pc:sldMk cId="0" sldId="258"/>
            <ac:spMk id="20" creationId="{C99B912D-1E4B-42AF-A2BE-CFEFEC916EE7}"/>
          </ac:spMkLst>
        </pc:spChg>
        <pc:graphicFrameChg chg="add del">
          <ac:chgData name="Lucca Rosário" userId="6a125ecf6fd1e305" providerId="LiveId" clId="{21C86C65-016E-4838-9342-834790FF027C}" dt="2026-01-27T17:44:32.851" v="3063" actId="26606"/>
          <ac:graphicFrameMkLst>
            <pc:docMk/>
            <pc:sldMk cId="0" sldId="258"/>
            <ac:graphicFrameMk id="5" creationId="{47C2F674-BB99-A0C2-0342-C5D3D8431FE8}"/>
          </ac:graphicFrameMkLst>
        </pc:graphicFrameChg>
        <pc:graphicFrameChg chg="add">
          <ac:chgData name="Lucca Rosário" userId="6a125ecf6fd1e305" providerId="LiveId" clId="{21C86C65-016E-4838-9342-834790FF027C}" dt="2026-01-27T17:44:32.879" v="3064" actId="26606"/>
          <ac:graphicFrameMkLst>
            <pc:docMk/>
            <pc:sldMk cId="0" sldId="258"/>
            <ac:graphicFrameMk id="21" creationId="{6AD02389-C8A2-D5F7-E810-E449E020B85F}"/>
          </ac:graphicFrameMkLst>
        </pc:graphicFrameChg>
      </pc:sldChg>
      <pc:sldChg chg="addSp delSp modSp mod setBg setClrOvrMap">
        <pc:chgData name="Lucca Rosário" userId="6a125ecf6fd1e305" providerId="LiveId" clId="{21C86C65-016E-4838-9342-834790FF027C}" dt="2026-01-27T17:44:48.350" v="3067" actId="26606"/>
        <pc:sldMkLst>
          <pc:docMk/>
          <pc:sldMk cId="0" sldId="259"/>
        </pc:sldMkLst>
        <pc:spChg chg="mod">
          <ac:chgData name="Lucca Rosário" userId="6a125ecf6fd1e305" providerId="LiveId" clId="{21C86C65-016E-4838-9342-834790FF027C}" dt="2026-01-27T17:44:48.350" v="3067" actId="26606"/>
          <ac:spMkLst>
            <pc:docMk/>
            <pc:sldMk cId="0" sldId="259"/>
            <ac:spMk id="2" creationId="{00000000-0000-0000-0000-000000000000}"/>
          </ac:spMkLst>
        </pc:spChg>
        <pc:spChg chg="add del mod">
          <ac:chgData name="Lucca Rosário" userId="6a125ecf6fd1e305" providerId="LiveId" clId="{21C86C65-016E-4838-9342-834790FF027C}" dt="2026-01-27T17:44:48.350" v="3067" actId="26606"/>
          <ac:spMkLst>
            <pc:docMk/>
            <pc:sldMk cId="0" sldId="259"/>
            <ac:spMk id="3" creationId="{00000000-0000-0000-0000-000000000000}"/>
          </ac:spMkLst>
        </pc:spChg>
        <pc:spChg chg="add">
          <ac:chgData name="Lucca Rosário" userId="6a125ecf6fd1e305" providerId="LiveId" clId="{21C86C65-016E-4838-9342-834790FF027C}" dt="2026-01-27T17:44:48.350" v="3067" actId="26606"/>
          <ac:spMkLst>
            <pc:docMk/>
            <pc:sldMk cId="0" sldId="259"/>
            <ac:spMk id="9" creationId="{F747F1B4-B831-4277-8AB0-32767F7EB7BF}"/>
          </ac:spMkLst>
        </pc:spChg>
        <pc:spChg chg="add">
          <ac:chgData name="Lucca Rosário" userId="6a125ecf6fd1e305" providerId="LiveId" clId="{21C86C65-016E-4838-9342-834790FF027C}" dt="2026-01-27T17:44:48.350" v="3067" actId="26606"/>
          <ac:spMkLst>
            <pc:docMk/>
            <pc:sldMk cId="0" sldId="259"/>
            <ac:spMk id="11" creationId="{D80CFA21-AB7C-4BEB-9BFF-05764FBBF3C6}"/>
          </ac:spMkLst>
        </pc:spChg>
        <pc:spChg chg="add">
          <ac:chgData name="Lucca Rosário" userId="6a125ecf6fd1e305" providerId="LiveId" clId="{21C86C65-016E-4838-9342-834790FF027C}" dt="2026-01-27T17:44:48.350" v="3067" actId="26606"/>
          <ac:spMkLst>
            <pc:docMk/>
            <pc:sldMk cId="0" sldId="259"/>
            <ac:spMk id="13" creationId="{12F7E335-851A-4CAE-B09F-E657819D4600}"/>
          </ac:spMkLst>
        </pc:spChg>
        <pc:spChg chg="add">
          <ac:chgData name="Lucca Rosário" userId="6a125ecf6fd1e305" providerId="LiveId" clId="{21C86C65-016E-4838-9342-834790FF027C}" dt="2026-01-27T17:44:48.350" v="3067" actId="26606"/>
          <ac:spMkLst>
            <pc:docMk/>
            <pc:sldMk cId="0" sldId="259"/>
            <ac:spMk id="15" creationId="{10B541F0-7F6E-402E-84D8-CF96EACA5FBC}"/>
          </ac:spMkLst>
        </pc:spChg>
        <pc:graphicFrameChg chg="add del">
          <ac:chgData name="Lucca Rosário" userId="6a125ecf6fd1e305" providerId="LiveId" clId="{21C86C65-016E-4838-9342-834790FF027C}" dt="2026-01-27T17:44:48.322" v="3066" actId="26606"/>
          <ac:graphicFrameMkLst>
            <pc:docMk/>
            <pc:sldMk cId="0" sldId="259"/>
            <ac:graphicFrameMk id="5" creationId="{97E25E8C-C53A-C23F-97BB-CF35EC0CCAC3}"/>
          </ac:graphicFrameMkLst>
        </pc:graphicFrameChg>
        <pc:graphicFrameChg chg="add">
          <ac:chgData name="Lucca Rosário" userId="6a125ecf6fd1e305" providerId="LiveId" clId="{21C86C65-016E-4838-9342-834790FF027C}" dt="2026-01-27T17:44:48.350" v="3067" actId="26606"/>
          <ac:graphicFrameMkLst>
            <pc:docMk/>
            <pc:sldMk cId="0" sldId="259"/>
            <ac:graphicFrameMk id="7" creationId="{50BBF2F8-ABDD-D614-0CDC-F936FE31A877}"/>
          </ac:graphicFrameMkLst>
        </pc:graphicFrameChg>
      </pc:sldChg>
      <pc:sldChg chg="modSp mod ord">
        <pc:chgData name="Lucca Rosário" userId="6a125ecf6fd1e305" providerId="LiveId" clId="{21C86C65-016E-4838-9342-834790FF027C}" dt="2026-01-27T19:04:50.466" v="3161" actId="20577"/>
        <pc:sldMkLst>
          <pc:docMk/>
          <pc:sldMk cId="0" sldId="260"/>
        </pc:sldMkLst>
        <pc:spChg chg="mod">
          <ac:chgData name="Lucca Rosário" userId="6a125ecf6fd1e305" providerId="LiveId" clId="{21C86C65-016E-4838-9342-834790FF027C}" dt="2026-01-27T19:04:50.466" v="3161" actId="20577"/>
          <ac:spMkLst>
            <pc:docMk/>
            <pc:sldMk cId="0" sldId="260"/>
            <ac:spMk id="2" creationId="{00000000-0000-0000-0000-000000000000}"/>
          </ac:spMkLst>
        </pc:spChg>
        <pc:spChg chg="mod">
          <ac:chgData name="Lucca Rosário" userId="6a125ecf6fd1e305" providerId="LiveId" clId="{21C86C65-016E-4838-9342-834790FF027C}" dt="2026-01-27T18:59:14.107" v="3142"/>
          <ac:spMkLst>
            <pc:docMk/>
            <pc:sldMk cId="0" sldId="260"/>
            <ac:spMk id="3" creationId="{00000000-0000-0000-0000-000000000000}"/>
          </ac:spMkLst>
        </pc:spChg>
      </pc:sldChg>
      <pc:sldChg chg="addSp modSp mod setBg">
        <pc:chgData name="Lucca Rosário" userId="6a125ecf6fd1e305" providerId="LiveId" clId="{21C86C65-016E-4838-9342-834790FF027C}" dt="2026-01-27T17:49:30.459" v="3121" actId="2711"/>
        <pc:sldMkLst>
          <pc:docMk/>
          <pc:sldMk cId="0" sldId="261"/>
        </pc:sldMkLst>
        <pc:spChg chg="mod">
          <ac:chgData name="Lucca Rosário" userId="6a125ecf6fd1e305" providerId="LiveId" clId="{21C86C65-016E-4838-9342-834790FF027C}" dt="2026-01-27T17:45:03.056" v="3070" actId="1076"/>
          <ac:spMkLst>
            <pc:docMk/>
            <pc:sldMk cId="0" sldId="261"/>
            <ac:spMk id="2" creationId="{00000000-0000-0000-0000-000000000000}"/>
          </ac:spMkLst>
        </pc:spChg>
        <pc:spChg chg="mod">
          <ac:chgData name="Lucca Rosário" userId="6a125ecf6fd1e305" providerId="LiveId" clId="{21C86C65-016E-4838-9342-834790FF027C}" dt="2026-01-27T17:49:30.459" v="3121" actId="2711"/>
          <ac:spMkLst>
            <pc:docMk/>
            <pc:sldMk cId="0" sldId="261"/>
            <ac:spMk id="3" creationId="{00000000-0000-0000-0000-000000000000}"/>
          </ac:spMkLst>
        </pc:spChg>
        <pc:picChg chg="add">
          <ac:chgData name="Lucca Rosário" userId="6a125ecf6fd1e305" providerId="LiveId" clId="{21C86C65-016E-4838-9342-834790FF027C}" dt="2026-01-27T17:44:55.431" v="3068" actId="26606"/>
          <ac:picMkLst>
            <pc:docMk/>
            <pc:sldMk cId="0" sldId="261"/>
            <ac:picMk id="5" creationId="{67BE942C-A3D0-784F-FD22-4B7EA97DE452}"/>
          </ac:picMkLst>
        </pc:picChg>
      </pc:sldChg>
      <pc:sldChg chg="addSp modSp mod setBg">
        <pc:chgData name="Lucca Rosário" userId="6a125ecf6fd1e305" providerId="LiveId" clId="{21C86C65-016E-4838-9342-834790FF027C}" dt="2026-01-27T17:45:56.508" v="3085" actId="122"/>
        <pc:sldMkLst>
          <pc:docMk/>
          <pc:sldMk cId="0" sldId="262"/>
        </pc:sldMkLst>
        <pc:spChg chg="mod">
          <ac:chgData name="Lucca Rosário" userId="6a125ecf6fd1e305" providerId="LiveId" clId="{21C86C65-016E-4838-9342-834790FF027C}" dt="2026-01-27T17:45:56.508" v="3085" actId="122"/>
          <ac:spMkLst>
            <pc:docMk/>
            <pc:sldMk cId="0" sldId="262"/>
            <ac:spMk id="2" creationId="{00000000-0000-0000-0000-000000000000}"/>
          </ac:spMkLst>
        </pc:spChg>
        <pc:spChg chg="mod">
          <ac:chgData name="Lucca Rosário" userId="6a125ecf6fd1e305" providerId="LiveId" clId="{21C86C65-016E-4838-9342-834790FF027C}" dt="2026-01-27T17:45:49.424" v="3081" actId="14100"/>
          <ac:spMkLst>
            <pc:docMk/>
            <pc:sldMk cId="0" sldId="262"/>
            <ac:spMk id="3" creationId="{00000000-0000-0000-0000-000000000000}"/>
          </ac:spMkLst>
        </pc:spChg>
        <pc:picChg chg="add">
          <ac:chgData name="Lucca Rosário" userId="6a125ecf6fd1e305" providerId="LiveId" clId="{21C86C65-016E-4838-9342-834790FF027C}" dt="2026-01-27T17:45:31.730" v="3075" actId="26606"/>
          <ac:picMkLst>
            <pc:docMk/>
            <pc:sldMk cId="0" sldId="262"/>
            <ac:picMk id="5" creationId="{8DF22519-4D67-519A-945B-1B5E5A38B1D8}"/>
          </ac:picMkLst>
        </pc:picChg>
      </pc:sldChg>
      <pc:sldChg chg="addSp delSp modSp mod setBg">
        <pc:chgData name="Lucca Rosário" userId="6a125ecf6fd1e305" providerId="LiveId" clId="{21C86C65-016E-4838-9342-834790FF027C}" dt="2026-01-27T17:46:24.189" v="3099" actId="122"/>
        <pc:sldMkLst>
          <pc:docMk/>
          <pc:sldMk cId="0" sldId="263"/>
        </pc:sldMkLst>
        <pc:spChg chg="mod">
          <ac:chgData name="Lucca Rosário" userId="6a125ecf6fd1e305" providerId="LiveId" clId="{21C86C65-016E-4838-9342-834790FF027C}" dt="2026-01-27T17:46:24.189" v="3099" actId="122"/>
          <ac:spMkLst>
            <pc:docMk/>
            <pc:sldMk cId="0" sldId="263"/>
            <ac:spMk id="2" creationId="{00000000-0000-0000-0000-000000000000}"/>
          </ac:spMkLst>
        </pc:spChg>
        <pc:spChg chg="mod">
          <ac:chgData name="Lucca Rosário" userId="6a125ecf6fd1e305" providerId="LiveId" clId="{21C86C65-016E-4838-9342-834790FF027C}" dt="2026-01-27T17:46:18.071" v="3096" actId="5793"/>
          <ac:spMkLst>
            <pc:docMk/>
            <pc:sldMk cId="0" sldId="263"/>
            <ac:spMk id="3" creationId="{00000000-0000-0000-0000-000000000000}"/>
          </ac:spMkLst>
        </pc:spChg>
        <pc:picChg chg="add del">
          <ac:chgData name="Lucca Rosário" userId="6a125ecf6fd1e305" providerId="LiveId" clId="{21C86C65-016E-4838-9342-834790FF027C}" dt="2026-01-27T17:46:07.091" v="3087" actId="26606"/>
          <ac:picMkLst>
            <pc:docMk/>
            <pc:sldMk cId="0" sldId="263"/>
            <ac:picMk id="5" creationId="{7A57028F-CD1E-B0F7-4EDC-F940CCB180D4}"/>
          </ac:picMkLst>
        </pc:picChg>
        <pc:picChg chg="add">
          <ac:chgData name="Lucca Rosário" userId="6a125ecf6fd1e305" providerId="LiveId" clId="{21C86C65-016E-4838-9342-834790FF027C}" dt="2026-01-27T17:46:07.135" v="3088" actId="26606"/>
          <ac:picMkLst>
            <pc:docMk/>
            <pc:sldMk cId="0" sldId="263"/>
            <ac:picMk id="7" creationId="{51D39D7C-28B6-CF59-5F16-9F251547367F}"/>
          </ac:picMkLst>
        </pc:picChg>
      </pc:sldChg>
      <pc:sldChg chg="addSp modSp mod setBg">
        <pc:chgData name="Lucca Rosário" userId="6a125ecf6fd1e305" providerId="LiveId" clId="{21C86C65-016E-4838-9342-834790FF027C}" dt="2026-01-27T18:58:41.889" v="3139" actId="1076"/>
        <pc:sldMkLst>
          <pc:docMk/>
          <pc:sldMk cId="0" sldId="264"/>
        </pc:sldMkLst>
        <pc:spChg chg="mod">
          <ac:chgData name="Lucca Rosário" userId="6a125ecf6fd1e305" providerId="LiveId" clId="{21C86C65-016E-4838-9342-834790FF027C}" dt="2026-01-27T18:58:07.415" v="3137" actId="1076"/>
          <ac:spMkLst>
            <pc:docMk/>
            <pc:sldMk cId="0" sldId="264"/>
            <ac:spMk id="2" creationId="{00000000-0000-0000-0000-000000000000}"/>
          </ac:spMkLst>
        </pc:spChg>
        <pc:spChg chg="mod">
          <ac:chgData name="Lucca Rosário" userId="6a125ecf6fd1e305" providerId="LiveId" clId="{21C86C65-016E-4838-9342-834790FF027C}" dt="2026-01-27T18:58:41.889" v="3139" actId="1076"/>
          <ac:spMkLst>
            <pc:docMk/>
            <pc:sldMk cId="0" sldId="264"/>
            <ac:spMk id="3" creationId="{00000000-0000-0000-0000-000000000000}"/>
          </ac:spMkLst>
        </pc:spChg>
        <pc:spChg chg="add">
          <ac:chgData name="Lucca Rosário" userId="6a125ecf6fd1e305" providerId="LiveId" clId="{21C86C65-016E-4838-9342-834790FF027C}" dt="2026-01-27T17:46:44.981" v="3100" actId="26606"/>
          <ac:spMkLst>
            <pc:docMk/>
            <pc:sldMk cId="0" sldId="264"/>
            <ac:spMk id="8" creationId="{0D9B8FD4-CDEB-4EB4-B4DE-C89E11938958}"/>
          </ac:spMkLst>
        </pc:spChg>
        <pc:spChg chg="add">
          <ac:chgData name="Lucca Rosário" userId="6a125ecf6fd1e305" providerId="LiveId" clId="{21C86C65-016E-4838-9342-834790FF027C}" dt="2026-01-27T17:46:44.981" v="3100" actId="26606"/>
          <ac:spMkLst>
            <pc:docMk/>
            <pc:sldMk cId="0" sldId="264"/>
            <ac:spMk id="10" creationId="{5A2E3D1D-9E9F-4739-BA14-D4D7FA9FBDD1}"/>
          </ac:spMkLst>
        </pc:spChg>
        <pc:spChg chg="add">
          <ac:chgData name="Lucca Rosário" userId="6a125ecf6fd1e305" providerId="LiveId" clId="{21C86C65-016E-4838-9342-834790FF027C}" dt="2026-01-27T17:46:44.981" v="3100" actId="26606"/>
          <ac:spMkLst>
            <pc:docMk/>
            <pc:sldMk cId="0" sldId="264"/>
            <ac:spMk id="12" creationId="{1FFB365B-E9DC-4859-B8AB-CB83EEBE4E28}"/>
          </ac:spMkLst>
        </pc:spChg>
        <pc:spChg chg="add">
          <ac:chgData name="Lucca Rosário" userId="6a125ecf6fd1e305" providerId="LiveId" clId="{21C86C65-016E-4838-9342-834790FF027C}" dt="2026-01-27T17:46:44.981" v="3100" actId="26606"/>
          <ac:spMkLst>
            <pc:docMk/>
            <pc:sldMk cId="0" sldId="264"/>
            <ac:spMk id="14" creationId="{8ADAB9C8-EB37-4914-A699-C716FC8FE4FE}"/>
          </ac:spMkLst>
        </pc:spChg>
      </pc:sldChg>
      <pc:sldChg chg="modSp del ord">
        <pc:chgData name="Lucca Rosário" userId="6a125ecf6fd1e305" providerId="LiveId" clId="{21C86C65-016E-4838-9342-834790FF027C}" dt="2026-01-27T17:34:51.272" v="2004" actId="47"/>
        <pc:sldMkLst>
          <pc:docMk/>
          <pc:sldMk cId="0" sldId="265"/>
        </pc:sldMkLst>
        <pc:spChg chg="mod">
          <ac:chgData name="Lucca Rosário" userId="6a125ecf6fd1e305" providerId="LiveId" clId="{21C86C65-016E-4838-9342-834790FF027C}" dt="2026-01-27T17:09:42.645" v="71"/>
          <ac:spMkLst>
            <pc:docMk/>
            <pc:sldMk cId="0" sldId="265"/>
            <ac:spMk id="2" creationId="{00000000-0000-0000-0000-000000000000}"/>
          </ac:spMkLst>
        </pc:spChg>
        <pc:spChg chg="mod">
          <ac:chgData name="Lucca Rosário" userId="6a125ecf6fd1e305" providerId="LiveId" clId="{21C86C65-016E-4838-9342-834790FF027C}" dt="2026-01-27T17:09:42.645" v="71"/>
          <ac:spMkLst>
            <pc:docMk/>
            <pc:sldMk cId="0" sldId="265"/>
            <ac:spMk id="3" creationId="{00000000-0000-0000-0000-000000000000}"/>
          </ac:spMkLst>
        </pc:spChg>
      </pc:sldChg>
      <pc:sldChg chg="addSp modSp mod setBg">
        <pc:chgData name="Lucca Rosário" userId="6a125ecf6fd1e305" providerId="LiveId" clId="{21C86C65-016E-4838-9342-834790FF027C}" dt="2026-01-27T17:47:30.090" v="3110" actId="122"/>
        <pc:sldMkLst>
          <pc:docMk/>
          <pc:sldMk cId="0" sldId="266"/>
        </pc:sldMkLst>
        <pc:spChg chg="mod">
          <ac:chgData name="Lucca Rosário" userId="6a125ecf6fd1e305" providerId="LiveId" clId="{21C86C65-016E-4838-9342-834790FF027C}" dt="2026-01-27T17:47:30.090" v="3110" actId="122"/>
          <ac:spMkLst>
            <pc:docMk/>
            <pc:sldMk cId="0" sldId="266"/>
            <ac:spMk id="2" creationId="{00000000-0000-0000-0000-000000000000}"/>
          </ac:spMkLst>
        </pc:spChg>
        <pc:spChg chg="mod">
          <ac:chgData name="Lucca Rosário" userId="6a125ecf6fd1e305" providerId="LiveId" clId="{21C86C65-016E-4838-9342-834790FF027C}" dt="2026-01-27T17:47:25.758" v="3108" actId="123"/>
          <ac:spMkLst>
            <pc:docMk/>
            <pc:sldMk cId="0" sldId="266"/>
            <ac:spMk id="3" creationId="{00000000-0000-0000-0000-000000000000}"/>
          </ac:spMkLst>
        </pc:spChg>
        <pc:spChg chg="add">
          <ac:chgData name="Lucca Rosário" userId="6a125ecf6fd1e305" providerId="LiveId" clId="{21C86C65-016E-4838-9342-834790FF027C}" dt="2026-01-27T17:47:21.621" v="3107" actId="26606"/>
          <ac:spMkLst>
            <pc:docMk/>
            <pc:sldMk cId="0" sldId="266"/>
            <ac:spMk id="8" creationId="{0D9B8FD4-CDEB-4EB4-B4DE-C89E11938958}"/>
          </ac:spMkLst>
        </pc:spChg>
        <pc:spChg chg="add">
          <ac:chgData name="Lucca Rosário" userId="6a125ecf6fd1e305" providerId="LiveId" clId="{21C86C65-016E-4838-9342-834790FF027C}" dt="2026-01-27T17:47:21.621" v="3107" actId="26606"/>
          <ac:spMkLst>
            <pc:docMk/>
            <pc:sldMk cId="0" sldId="266"/>
            <ac:spMk id="10" creationId="{5A2E3D1D-9E9F-4739-BA14-D4D7FA9FBDD1}"/>
          </ac:spMkLst>
        </pc:spChg>
        <pc:spChg chg="add">
          <ac:chgData name="Lucca Rosário" userId="6a125ecf6fd1e305" providerId="LiveId" clId="{21C86C65-016E-4838-9342-834790FF027C}" dt="2026-01-27T17:47:21.621" v="3107" actId="26606"/>
          <ac:spMkLst>
            <pc:docMk/>
            <pc:sldMk cId="0" sldId="266"/>
            <ac:spMk id="12" creationId="{1FFB365B-E9DC-4859-B8AB-CB83EEBE4E28}"/>
          </ac:spMkLst>
        </pc:spChg>
        <pc:spChg chg="add">
          <ac:chgData name="Lucca Rosário" userId="6a125ecf6fd1e305" providerId="LiveId" clId="{21C86C65-016E-4838-9342-834790FF027C}" dt="2026-01-27T17:47:21.621" v="3107" actId="26606"/>
          <ac:spMkLst>
            <pc:docMk/>
            <pc:sldMk cId="0" sldId="266"/>
            <ac:spMk id="14" creationId="{8ADAB9C8-EB37-4914-A699-C716FC8FE4FE}"/>
          </ac:spMkLst>
        </pc:spChg>
      </pc:sldChg>
      <pc:sldChg chg="addSp modSp mod setBg">
        <pc:chgData name="Lucca Rosário" userId="6a125ecf6fd1e305" providerId="LiveId" clId="{21C86C65-016E-4838-9342-834790FF027C}" dt="2026-01-27T17:47:58.044" v="3119" actId="1076"/>
        <pc:sldMkLst>
          <pc:docMk/>
          <pc:sldMk cId="0" sldId="267"/>
        </pc:sldMkLst>
        <pc:spChg chg="mod">
          <ac:chgData name="Lucca Rosário" userId="6a125ecf6fd1e305" providerId="LiveId" clId="{21C86C65-016E-4838-9342-834790FF027C}" dt="2026-01-27T17:47:58.044" v="3119" actId="1076"/>
          <ac:spMkLst>
            <pc:docMk/>
            <pc:sldMk cId="0" sldId="267"/>
            <ac:spMk id="2" creationId="{00000000-0000-0000-0000-000000000000}"/>
          </ac:spMkLst>
        </pc:spChg>
        <pc:spChg chg="mod">
          <ac:chgData name="Lucca Rosário" userId="6a125ecf6fd1e305" providerId="LiveId" clId="{21C86C65-016E-4838-9342-834790FF027C}" dt="2026-01-27T17:47:54.494" v="3118" actId="1076"/>
          <ac:spMkLst>
            <pc:docMk/>
            <pc:sldMk cId="0" sldId="267"/>
            <ac:spMk id="3" creationId="{00000000-0000-0000-0000-000000000000}"/>
          </ac:spMkLst>
        </pc:spChg>
        <pc:picChg chg="add">
          <ac:chgData name="Lucca Rosário" userId="6a125ecf6fd1e305" providerId="LiveId" clId="{21C86C65-016E-4838-9342-834790FF027C}" dt="2026-01-27T17:47:38.772" v="3111" actId="26606"/>
          <ac:picMkLst>
            <pc:docMk/>
            <pc:sldMk cId="0" sldId="267"/>
            <ac:picMk id="5" creationId="{9E11EFA7-A6F2-E95F-13E5-206B54D503E1}"/>
          </ac:picMkLst>
        </pc:picChg>
      </pc:sldChg>
      <pc:sldChg chg="addSp delSp modSp new mod ord setBg setClrOvrMap">
        <pc:chgData name="Lucca Rosário" userId="6a125ecf6fd1e305" providerId="LiveId" clId="{21C86C65-016E-4838-9342-834790FF027C}" dt="2026-01-27T19:02:42.368" v="3159" actId="1076"/>
        <pc:sldMkLst>
          <pc:docMk/>
          <pc:sldMk cId="876478375" sldId="268"/>
        </pc:sldMkLst>
        <pc:spChg chg="mod">
          <ac:chgData name="Lucca Rosário" userId="6a125ecf6fd1e305" providerId="LiveId" clId="{21C86C65-016E-4838-9342-834790FF027C}" dt="2026-01-27T17:50:36.713" v="3130" actId="1076"/>
          <ac:spMkLst>
            <pc:docMk/>
            <pc:sldMk cId="876478375" sldId="268"/>
            <ac:spMk id="2" creationId="{35848BE0-1C46-7E8A-5C83-289EE864C430}"/>
          </ac:spMkLst>
        </pc:spChg>
        <pc:spChg chg="add mod">
          <ac:chgData name="Lucca Rosário" userId="6a125ecf6fd1e305" providerId="LiveId" clId="{21C86C65-016E-4838-9342-834790FF027C}" dt="2026-01-27T19:02:38.453" v="3158" actId="1076"/>
          <ac:spMkLst>
            <pc:docMk/>
            <pc:sldMk cId="876478375" sldId="268"/>
            <ac:spMk id="3" creationId="{1ED6FBCC-32AB-DBA3-ABFA-6E48AB60C378}"/>
          </ac:spMkLst>
        </pc:spChg>
        <pc:spChg chg="del mod">
          <ac:chgData name="Lucca Rosário" userId="6a125ecf6fd1e305" providerId="LiveId" clId="{21C86C65-016E-4838-9342-834790FF027C}" dt="2026-01-27T17:47:04.804" v="3103" actId="26606"/>
          <ac:spMkLst>
            <pc:docMk/>
            <pc:sldMk cId="876478375" sldId="268"/>
            <ac:spMk id="3" creationId="{9E6ABFB0-D30E-FAD7-E6FD-8A02F9C5DB46}"/>
          </ac:spMkLst>
        </pc:spChg>
        <pc:spChg chg="add">
          <ac:chgData name="Lucca Rosário" userId="6a125ecf6fd1e305" providerId="LiveId" clId="{21C86C65-016E-4838-9342-834790FF027C}" dt="2026-01-27T17:47:04.804" v="3103" actId="26606"/>
          <ac:spMkLst>
            <pc:docMk/>
            <pc:sldMk cId="876478375" sldId="268"/>
            <ac:spMk id="9" creationId="{F747F1B4-B831-4277-8AB0-32767F7EB7BF}"/>
          </ac:spMkLst>
        </pc:spChg>
        <pc:spChg chg="add">
          <ac:chgData name="Lucca Rosário" userId="6a125ecf6fd1e305" providerId="LiveId" clId="{21C86C65-016E-4838-9342-834790FF027C}" dt="2026-01-27T17:47:04.804" v="3103" actId="26606"/>
          <ac:spMkLst>
            <pc:docMk/>
            <pc:sldMk cId="876478375" sldId="268"/>
            <ac:spMk id="11" creationId="{D80CFA21-AB7C-4BEB-9BFF-05764FBBF3C6}"/>
          </ac:spMkLst>
        </pc:spChg>
        <pc:spChg chg="add">
          <ac:chgData name="Lucca Rosário" userId="6a125ecf6fd1e305" providerId="LiveId" clId="{21C86C65-016E-4838-9342-834790FF027C}" dt="2026-01-27T17:47:04.804" v="3103" actId="26606"/>
          <ac:spMkLst>
            <pc:docMk/>
            <pc:sldMk cId="876478375" sldId="268"/>
            <ac:spMk id="13" creationId="{12F7E335-851A-4CAE-B09F-E657819D4600}"/>
          </ac:spMkLst>
        </pc:spChg>
        <pc:spChg chg="add">
          <ac:chgData name="Lucca Rosário" userId="6a125ecf6fd1e305" providerId="LiveId" clId="{21C86C65-016E-4838-9342-834790FF027C}" dt="2026-01-27T17:47:04.804" v="3103" actId="26606"/>
          <ac:spMkLst>
            <pc:docMk/>
            <pc:sldMk cId="876478375" sldId="268"/>
            <ac:spMk id="15" creationId="{10B541F0-7F6E-402E-84D8-CF96EACA5FBC}"/>
          </ac:spMkLst>
        </pc:spChg>
        <pc:graphicFrameChg chg="add mod modGraphic">
          <ac:chgData name="Lucca Rosário" userId="6a125ecf6fd1e305" providerId="LiveId" clId="{21C86C65-016E-4838-9342-834790FF027C}" dt="2026-01-27T19:02:42.368" v="3159" actId="1076"/>
          <ac:graphicFrameMkLst>
            <pc:docMk/>
            <pc:sldMk cId="876478375" sldId="268"/>
            <ac:graphicFrameMk id="5" creationId="{10A4C91B-3726-9A7F-D349-44D9FAF1A2CF}"/>
          </ac:graphicFrameMkLst>
        </pc:graphicFrameChg>
      </pc:sldChg>
      <pc:sldChg chg="modSp add del mod">
        <pc:chgData name="Lucca Rosário" userId="6a125ecf6fd1e305" providerId="LiveId" clId="{21C86C65-016E-4838-9342-834790FF027C}" dt="2026-01-27T18:59:16.906" v="3143" actId="47"/>
        <pc:sldMkLst>
          <pc:docMk/>
          <pc:sldMk cId="3273688917" sldId="269"/>
        </pc:sldMkLst>
        <pc:spChg chg="mod">
          <ac:chgData name="Lucca Rosário" userId="6a125ecf6fd1e305" providerId="LiveId" clId="{21C86C65-016E-4838-9342-834790FF027C}" dt="2026-01-27T17:51:17.384" v="3134" actId="1076"/>
          <ac:spMkLst>
            <pc:docMk/>
            <pc:sldMk cId="3273688917" sldId="269"/>
            <ac:spMk id="3" creationId="{340B0B6B-E313-401B-8178-135A999D5CFA}"/>
          </ac:spMkLst>
        </pc:spChg>
      </pc:sldChg>
    </pc:docChg>
  </pc:docChgLst>
</pc:chgInfo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21B3B89-8B57-4915-B91B-79878BA161E8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E0ECFC89-BC40-45BD-A86D-0159DC61FD59}">
      <dgm:prSet/>
      <dgm:spPr/>
      <dgm:t>
        <a:bodyPr/>
        <a:lstStyle/>
        <a:p>
          <a:r>
            <a:rPr lang="en-US"/>
            <a:t>466,9 mil acidentes distintos registrados</a:t>
          </a:r>
          <a:r>
            <a:rPr lang="pt-BR"/>
            <a:t>;</a:t>
          </a:r>
          <a:endParaRPr lang="en-US"/>
        </a:p>
      </dgm:t>
    </dgm:pt>
    <dgm:pt modelId="{430D57BB-1EA7-4B06-A181-0748A6B1E84A}" type="parTrans" cxnId="{C6A25B5E-21DB-409E-931C-7379DA3B63E3}">
      <dgm:prSet/>
      <dgm:spPr/>
      <dgm:t>
        <a:bodyPr/>
        <a:lstStyle/>
        <a:p>
          <a:endParaRPr lang="en-US"/>
        </a:p>
      </dgm:t>
    </dgm:pt>
    <dgm:pt modelId="{AD1BB6F7-BCB4-48D7-8890-CCFD001E103F}" type="sibTrans" cxnId="{C6A25B5E-21DB-409E-931C-7379DA3B63E3}">
      <dgm:prSet/>
      <dgm:spPr/>
      <dgm:t>
        <a:bodyPr/>
        <a:lstStyle/>
        <a:p>
          <a:endParaRPr lang="en-US"/>
        </a:p>
      </dgm:t>
    </dgm:pt>
    <dgm:pt modelId="{DC4E02B1-D707-4439-84C2-717EF46EF644}">
      <dgm:prSet/>
      <dgm:spPr/>
      <dgm:t>
        <a:bodyPr/>
        <a:lstStyle/>
        <a:p>
          <a:r>
            <a:rPr lang="pt-BR"/>
            <a:t>Aproximadamente </a:t>
          </a:r>
          <a:r>
            <a:rPr lang="en-US"/>
            <a:t>3 milhões de vítimas no período analisado</a:t>
          </a:r>
          <a:r>
            <a:rPr lang="pt-BR"/>
            <a:t> (2019 – 2025);</a:t>
          </a:r>
          <a:endParaRPr lang="en-US"/>
        </a:p>
      </dgm:t>
    </dgm:pt>
    <dgm:pt modelId="{E8E30F0D-52DC-4DC8-9AA3-3E47EC5B1A9D}" type="parTrans" cxnId="{38BBDBBA-33A8-4AFE-A04C-43604D6AF1EB}">
      <dgm:prSet/>
      <dgm:spPr/>
      <dgm:t>
        <a:bodyPr/>
        <a:lstStyle/>
        <a:p>
          <a:endParaRPr lang="en-US"/>
        </a:p>
      </dgm:t>
    </dgm:pt>
    <dgm:pt modelId="{3C2B2B38-9DC5-4094-98B0-EC8B2FD7063D}" type="sibTrans" cxnId="{38BBDBBA-33A8-4AFE-A04C-43604D6AF1EB}">
      <dgm:prSet/>
      <dgm:spPr/>
      <dgm:t>
        <a:bodyPr/>
        <a:lstStyle/>
        <a:p>
          <a:endParaRPr lang="en-US"/>
        </a:p>
      </dgm:t>
    </dgm:pt>
    <dgm:pt modelId="{7DC9AB29-3BB2-4EC0-B277-EA6B1A046D9B}">
      <dgm:prSet/>
      <dgm:spPr/>
      <dgm:t>
        <a:bodyPr/>
        <a:lstStyle/>
        <a:p>
          <a:r>
            <a:rPr lang="en-US"/>
            <a:t>155 mil vítimas fatais | Taxa média de fatalidade: 5,5%</a:t>
          </a:r>
          <a:r>
            <a:rPr lang="pt-BR"/>
            <a:t>;</a:t>
          </a:r>
          <a:endParaRPr lang="en-US"/>
        </a:p>
      </dgm:t>
    </dgm:pt>
    <dgm:pt modelId="{7EE00F3F-E058-4F2A-B9AC-A116000F7F0B}" type="parTrans" cxnId="{1A03EEC5-9449-401C-B6EC-A4C5BE398106}">
      <dgm:prSet/>
      <dgm:spPr/>
      <dgm:t>
        <a:bodyPr/>
        <a:lstStyle/>
        <a:p>
          <a:endParaRPr lang="en-US"/>
        </a:p>
      </dgm:t>
    </dgm:pt>
    <dgm:pt modelId="{C251D961-0D59-4D5E-8268-6BCCF678CA10}" type="sibTrans" cxnId="{1A03EEC5-9449-401C-B6EC-A4C5BE398106}">
      <dgm:prSet/>
      <dgm:spPr/>
      <dgm:t>
        <a:bodyPr/>
        <a:lstStyle/>
        <a:p>
          <a:endParaRPr lang="en-US"/>
        </a:p>
      </dgm:t>
    </dgm:pt>
    <dgm:pt modelId="{134396E3-5D2F-43C4-B994-963D9D3513CB}">
      <dgm:prSet/>
      <dgm:spPr/>
      <dgm:t>
        <a:bodyPr/>
        <a:lstStyle/>
        <a:p>
          <a:r>
            <a:rPr lang="en-US"/>
            <a:t>Faixa etária mais envolvida: 25–34 anos</a:t>
          </a:r>
          <a:r>
            <a:rPr lang="pt-BR"/>
            <a:t>;</a:t>
          </a:r>
          <a:endParaRPr lang="en-US"/>
        </a:p>
      </dgm:t>
    </dgm:pt>
    <dgm:pt modelId="{5F74D298-A212-4BCB-88DE-4C168C3ED9FA}" type="parTrans" cxnId="{C48C3C28-2052-41A5-85A4-FEBD1298B449}">
      <dgm:prSet/>
      <dgm:spPr/>
      <dgm:t>
        <a:bodyPr/>
        <a:lstStyle/>
        <a:p>
          <a:endParaRPr lang="en-US"/>
        </a:p>
      </dgm:t>
    </dgm:pt>
    <dgm:pt modelId="{379ED773-8DDF-47A2-A56B-1135FFEDE68A}" type="sibTrans" cxnId="{C48C3C28-2052-41A5-85A4-FEBD1298B449}">
      <dgm:prSet/>
      <dgm:spPr/>
      <dgm:t>
        <a:bodyPr/>
        <a:lstStyle/>
        <a:p>
          <a:endParaRPr lang="en-US"/>
        </a:p>
      </dgm:t>
    </dgm:pt>
    <dgm:pt modelId="{62EAD670-E1E8-4495-9B27-8E21A22DAA2B}">
      <dgm:prSet/>
      <dgm:spPr/>
      <dgm:t>
        <a:bodyPr/>
        <a:lstStyle/>
        <a:p>
          <a:r>
            <a:rPr lang="pt-BR"/>
            <a:t>Aproximadamente 67 mil acidentes rodoviários em média no Brasil</a:t>
          </a:r>
          <a:endParaRPr lang="en-US"/>
        </a:p>
      </dgm:t>
    </dgm:pt>
    <dgm:pt modelId="{A29700A8-C700-48FA-9BD8-3F3B680B9A5A}" type="parTrans" cxnId="{F107B2A4-1905-48B6-8E67-486F3D6CBA79}">
      <dgm:prSet/>
      <dgm:spPr/>
      <dgm:t>
        <a:bodyPr/>
        <a:lstStyle/>
        <a:p>
          <a:endParaRPr lang="en-US"/>
        </a:p>
      </dgm:t>
    </dgm:pt>
    <dgm:pt modelId="{824D7A92-F370-4FDC-B1A9-8D1BCF34D0C8}" type="sibTrans" cxnId="{F107B2A4-1905-48B6-8E67-486F3D6CBA79}">
      <dgm:prSet/>
      <dgm:spPr/>
      <dgm:t>
        <a:bodyPr/>
        <a:lstStyle/>
        <a:p>
          <a:endParaRPr lang="en-US"/>
        </a:p>
      </dgm:t>
    </dgm:pt>
    <dgm:pt modelId="{E6A391DE-C0F3-4187-8EA4-7AA1E5BC6E0A}" type="pres">
      <dgm:prSet presAssocID="{421B3B89-8B57-4915-B91B-79878BA161E8}" presName="linear" presStyleCnt="0">
        <dgm:presLayoutVars>
          <dgm:animLvl val="lvl"/>
          <dgm:resizeHandles val="exact"/>
        </dgm:presLayoutVars>
      </dgm:prSet>
      <dgm:spPr/>
    </dgm:pt>
    <dgm:pt modelId="{07546554-913D-43C6-8D46-320E40B8A7D1}" type="pres">
      <dgm:prSet presAssocID="{E0ECFC89-BC40-45BD-A86D-0159DC61FD59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875E5444-D571-4E12-884B-667748A0E972}" type="pres">
      <dgm:prSet presAssocID="{AD1BB6F7-BCB4-48D7-8890-CCFD001E103F}" presName="spacer" presStyleCnt="0"/>
      <dgm:spPr/>
    </dgm:pt>
    <dgm:pt modelId="{5F729F06-D5E3-4AE6-B567-12092C46460D}" type="pres">
      <dgm:prSet presAssocID="{DC4E02B1-D707-4439-84C2-717EF46EF644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D540476B-4814-442A-8AFF-A50E05456C3C}" type="pres">
      <dgm:prSet presAssocID="{3C2B2B38-9DC5-4094-98B0-EC8B2FD7063D}" presName="spacer" presStyleCnt="0"/>
      <dgm:spPr/>
    </dgm:pt>
    <dgm:pt modelId="{85D7B9F0-5A14-49D5-AD38-76FE184F22B3}" type="pres">
      <dgm:prSet presAssocID="{7DC9AB29-3BB2-4EC0-B277-EA6B1A046D9B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A0A1B34D-6103-4C88-B8EC-24C1624B80A0}" type="pres">
      <dgm:prSet presAssocID="{C251D961-0D59-4D5E-8268-6BCCF678CA10}" presName="spacer" presStyleCnt="0"/>
      <dgm:spPr/>
    </dgm:pt>
    <dgm:pt modelId="{E5DCECB3-2835-4DCA-B0EC-7AA706A7A0D5}" type="pres">
      <dgm:prSet presAssocID="{134396E3-5D2F-43C4-B994-963D9D3513CB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E843C8FF-AF2E-4A99-9830-1413A95C811D}" type="pres">
      <dgm:prSet presAssocID="{379ED773-8DDF-47A2-A56B-1135FFEDE68A}" presName="spacer" presStyleCnt="0"/>
      <dgm:spPr/>
    </dgm:pt>
    <dgm:pt modelId="{6DFFE684-7C2E-4B7F-B599-AAABB1D332A4}" type="pres">
      <dgm:prSet presAssocID="{62EAD670-E1E8-4495-9B27-8E21A22DAA2B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C48C3C28-2052-41A5-85A4-FEBD1298B449}" srcId="{421B3B89-8B57-4915-B91B-79878BA161E8}" destId="{134396E3-5D2F-43C4-B994-963D9D3513CB}" srcOrd="3" destOrd="0" parTransId="{5F74D298-A212-4BCB-88DE-4C168C3ED9FA}" sibTransId="{379ED773-8DDF-47A2-A56B-1135FFEDE68A}"/>
    <dgm:cxn modelId="{C6A25B5E-21DB-409E-931C-7379DA3B63E3}" srcId="{421B3B89-8B57-4915-B91B-79878BA161E8}" destId="{E0ECFC89-BC40-45BD-A86D-0159DC61FD59}" srcOrd="0" destOrd="0" parTransId="{430D57BB-1EA7-4B06-A181-0748A6B1E84A}" sibTransId="{AD1BB6F7-BCB4-48D7-8890-CCFD001E103F}"/>
    <dgm:cxn modelId="{DE4F3944-F473-435C-900D-37DB0DA840CB}" type="presOf" srcId="{E0ECFC89-BC40-45BD-A86D-0159DC61FD59}" destId="{07546554-913D-43C6-8D46-320E40B8A7D1}" srcOrd="0" destOrd="0" presId="urn:microsoft.com/office/officeart/2005/8/layout/vList2"/>
    <dgm:cxn modelId="{67696E67-5AD1-4ECE-8275-3D605F4E1352}" type="presOf" srcId="{DC4E02B1-D707-4439-84C2-717EF46EF644}" destId="{5F729F06-D5E3-4AE6-B567-12092C46460D}" srcOrd="0" destOrd="0" presId="urn:microsoft.com/office/officeart/2005/8/layout/vList2"/>
    <dgm:cxn modelId="{B973E171-E124-448F-BFFE-E8F4BC5F570F}" type="presOf" srcId="{134396E3-5D2F-43C4-B994-963D9D3513CB}" destId="{E5DCECB3-2835-4DCA-B0EC-7AA706A7A0D5}" srcOrd="0" destOrd="0" presId="urn:microsoft.com/office/officeart/2005/8/layout/vList2"/>
    <dgm:cxn modelId="{F04EAA98-1AD6-48AA-A9FB-A65CD2CA7029}" type="presOf" srcId="{7DC9AB29-3BB2-4EC0-B277-EA6B1A046D9B}" destId="{85D7B9F0-5A14-49D5-AD38-76FE184F22B3}" srcOrd="0" destOrd="0" presId="urn:microsoft.com/office/officeart/2005/8/layout/vList2"/>
    <dgm:cxn modelId="{DF829A9C-5A87-42A0-ADE2-F5D35FACB959}" type="presOf" srcId="{62EAD670-E1E8-4495-9B27-8E21A22DAA2B}" destId="{6DFFE684-7C2E-4B7F-B599-AAABB1D332A4}" srcOrd="0" destOrd="0" presId="urn:microsoft.com/office/officeart/2005/8/layout/vList2"/>
    <dgm:cxn modelId="{F107B2A4-1905-48B6-8E67-486F3D6CBA79}" srcId="{421B3B89-8B57-4915-B91B-79878BA161E8}" destId="{62EAD670-E1E8-4495-9B27-8E21A22DAA2B}" srcOrd="4" destOrd="0" parTransId="{A29700A8-C700-48FA-9BD8-3F3B680B9A5A}" sibTransId="{824D7A92-F370-4FDC-B1A9-8D1BCF34D0C8}"/>
    <dgm:cxn modelId="{38BBDBBA-33A8-4AFE-A04C-43604D6AF1EB}" srcId="{421B3B89-8B57-4915-B91B-79878BA161E8}" destId="{DC4E02B1-D707-4439-84C2-717EF46EF644}" srcOrd="1" destOrd="0" parTransId="{E8E30F0D-52DC-4DC8-9AA3-3E47EC5B1A9D}" sibTransId="{3C2B2B38-9DC5-4094-98B0-EC8B2FD7063D}"/>
    <dgm:cxn modelId="{1A03EEC5-9449-401C-B6EC-A4C5BE398106}" srcId="{421B3B89-8B57-4915-B91B-79878BA161E8}" destId="{7DC9AB29-3BB2-4EC0-B277-EA6B1A046D9B}" srcOrd="2" destOrd="0" parTransId="{7EE00F3F-E058-4F2A-B9AC-A116000F7F0B}" sibTransId="{C251D961-0D59-4D5E-8268-6BCCF678CA10}"/>
    <dgm:cxn modelId="{CCB0F7E3-E29C-4908-9D95-5B37823D9002}" type="presOf" srcId="{421B3B89-8B57-4915-B91B-79878BA161E8}" destId="{E6A391DE-C0F3-4187-8EA4-7AA1E5BC6E0A}" srcOrd="0" destOrd="0" presId="urn:microsoft.com/office/officeart/2005/8/layout/vList2"/>
    <dgm:cxn modelId="{DD24EA40-4502-4A3D-B7EA-D56CCC15D513}" type="presParOf" srcId="{E6A391DE-C0F3-4187-8EA4-7AA1E5BC6E0A}" destId="{07546554-913D-43C6-8D46-320E40B8A7D1}" srcOrd="0" destOrd="0" presId="urn:microsoft.com/office/officeart/2005/8/layout/vList2"/>
    <dgm:cxn modelId="{3D8F4637-B652-40C9-948C-17886BB2E6BF}" type="presParOf" srcId="{E6A391DE-C0F3-4187-8EA4-7AA1E5BC6E0A}" destId="{875E5444-D571-4E12-884B-667748A0E972}" srcOrd="1" destOrd="0" presId="urn:microsoft.com/office/officeart/2005/8/layout/vList2"/>
    <dgm:cxn modelId="{C94A5272-2E73-4434-A886-7537C0E863F7}" type="presParOf" srcId="{E6A391DE-C0F3-4187-8EA4-7AA1E5BC6E0A}" destId="{5F729F06-D5E3-4AE6-B567-12092C46460D}" srcOrd="2" destOrd="0" presId="urn:microsoft.com/office/officeart/2005/8/layout/vList2"/>
    <dgm:cxn modelId="{FA67F716-0FB5-4D19-8537-EB6C15DE55FD}" type="presParOf" srcId="{E6A391DE-C0F3-4187-8EA4-7AA1E5BC6E0A}" destId="{D540476B-4814-442A-8AFF-A50E05456C3C}" srcOrd="3" destOrd="0" presId="urn:microsoft.com/office/officeart/2005/8/layout/vList2"/>
    <dgm:cxn modelId="{0EF73192-0E6E-45CE-9357-35D1561F1A51}" type="presParOf" srcId="{E6A391DE-C0F3-4187-8EA4-7AA1E5BC6E0A}" destId="{85D7B9F0-5A14-49D5-AD38-76FE184F22B3}" srcOrd="4" destOrd="0" presId="urn:microsoft.com/office/officeart/2005/8/layout/vList2"/>
    <dgm:cxn modelId="{780A09F3-FAF0-4B0D-86B9-933BA9EA0150}" type="presParOf" srcId="{E6A391DE-C0F3-4187-8EA4-7AA1E5BC6E0A}" destId="{A0A1B34D-6103-4C88-B8EC-24C1624B80A0}" srcOrd="5" destOrd="0" presId="urn:microsoft.com/office/officeart/2005/8/layout/vList2"/>
    <dgm:cxn modelId="{C01E662C-E8F8-4A72-AEF1-595FF7F43524}" type="presParOf" srcId="{E6A391DE-C0F3-4187-8EA4-7AA1E5BC6E0A}" destId="{E5DCECB3-2835-4DCA-B0EC-7AA706A7A0D5}" srcOrd="6" destOrd="0" presId="urn:microsoft.com/office/officeart/2005/8/layout/vList2"/>
    <dgm:cxn modelId="{4E3C4608-E90D-40B4-B79F-5965B43E55B7}" type="presParOf" srcId="{E6A391DE-C0F3-4187-8EA4-7AA1E5BC6E0A}" destId="{E843C8FF-AF2E-4A99-9830-1413A95C811D}" srcOrd="7" destOrd="0" presId="urn:microsoft.com/office/officeart/2005/8/layout/vList2"/>
    <dgm:cxn modelId="{010AD4D5-18DD-4890-9691-A000303F53B4}" type="presParOf" srcId="{E6A391DE-C0F3-4187-8EA4-7AA1E5BC6E0A}" destId="{6DFFE684-7C2E-4B7F-B599-AAABB1D332A4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A3A2DAB-FF9D-4FFE-B9B5-ECDD2946E88C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C52B95E8-302C-49A6-B6BB-7728FDB00671}">
      <dgm:prSet/>
      <dgm:spPr/>
      <dgm:t>
        <a:bodyPr/>
        <a:lstStyle/>
        <a:p>
          <a:r>
            <a:rPr lang="en-US"/>
            <a:t>Maior concentração </a:t>
          </a:r>
          <a:r>
            <a:rPr lang="pt-BR"/>
            <a:t>dos acidentes está nas</a:t>
          </a:r>
          <a:r>
            <a:rPr lang="en-US"/>
            <a:t> regiões Sudeste e Sul</a:t>
          </a:r>
          <a:r>
            <a:rPr lang="pt-BR"/>
            <a:t>;</a:t>
          </a:r>
          <a:endParaRPr lang="en-US"/>
        </a:p>
      </dgm:t>
    </dgm:pt>
    <dgm:pt modelId="{0C2C1FC0-22F4-457E-869A-BB414915CFCD}" type="parTrans" cxnId="{E70E5B47-6179-4638-949B-A36D7DF65A6A}">
      <dgm:prSet/>
      <dgm:spPr/>
      <dgm:t>
        <a:bodyPr/>
        <a:lstStyle/>
        <a:p>
          <a:endParaRPr lang="en-US"/>
        </a:p>
      </dgm:t>
    </dgm:pt>
    <dgm:pt modelId="{6A1F578D-432D-48EB-975C-AD0324FAD380}" type="sibTrans" cxnId="{E70E5B47-6179-4638-949B-A36D7DF65A6A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0BD3C4CB-7F8C-47C2-BE07-16613ABA4FFC}">
      <dgm:prSet/>
      <dgm:spPr/>
      <dgm:t>
        <a:bodyPr/>
        <a:lstStyle/>
        <a:p>
          <a:r>
            <a:rPr lang="en-US"/>
            <a:t>Corredores logísticos e trechos urbanos concentram ocorrências</a:t>
          </a:r>
        </a:p>
      </dgm:t>
    </dgm:pt>
    <dgm:pt modelId="{58F20AA4-3590-4680-8562-22D2AF420F2B}" type="parTrans" cxnId="{F9903602-AF25-47CA-8CDF-2BB9B5314A31}">
      <dgm:prSet/>
      <dgm:spPr/>
      <dgm:t>
        <a:bodyPr/>
        <a:lstStyle/>
        <a:p>
          <a:endParaRPr lang="en-US"/>
        </a:p>
      </dgm:t>
    </dgm:pt>
    <dgm:pt modelId="{E8ED6CD1-3243-4E2A-8344-06E16ED98D48}" type="sibTrans" cxnId="{F9903602-AF25-47CA-8CDF-2BB9B5314A31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7C6C1AD1-6B8D-4235-B05A-8776D81C262B}">
      <dgm:prSet/>
      <dgm:spPr/>
      <dgm:t>
        <a:bodyPr/>
        <a:lstStyle/>
        <a:p>
          <a:r>
            <a:rPr lang="en-US"/>
            <a:t>Indicação clara de pontos prioritários para intervenção</a:t>
          </a:r>
        </a:p>
      </dgm:t>
    </dgm:pt>
    <dgm:pt modelId="{18BEAC3E-4C1A-471E-912C-374589BA1DA4}" type="parTrans" cxnId="{70E310FA-E039-4054-B5D9-F0DF45264F62}">
      <dgm:prSet/>
      <dgm:spPr/>
      <dgm:t>
        <a:bodyPr/>
        <a:lstStyle/>
        <a:p>
          <a:endParaRPr lang="en-US"/>
        </a:p>
      </dgm:t>
    </dgm:pt>
    <dgm:pt modelId="{B3F14008-AAF7-43F4-8F72-C1C87F07390C}" type="sibTrans" cxnId="{70E310FA-E039-4054-B5D9-F0DF45264F62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36C0207B-BAD1-4E09-AB70-2F84367FA334}" type="pres">
      <dgm:prSet presAssocID="{AA3A2DAB-FF9D-4FFE-B9B5-ECDD2946E88C}" presName="Name0" presStyleCnt="0">
        <dgm:presLayoutVars>
          <dgm:animLvl val="lvl"/>
          <dgm:resizeHandles val="exact"/>
        </dgm:presLayoutVars>
      </dgm:prSet>
      <dgm:spPr/>
    </dgm:pt>
    <dgm:pt modelId="{35D7FE6C-B504-4F5D-AD7A-109D632F8166}" type="pres">
      <dgm:prSet presAssocID="{C52B95E8-302C-49A6-B6BB-7728FDB00671}" presName="compositeNode" presStyleCnt="0">
        <dgm:presLayoutVars>
          <dgm:bulletEnabled val="1"/>
        </dgm:presLayoutVars>
      </dgm:prSet>
      <dgm:spPr/>
    </dgm:pt>
    <dgm:pt modelId="{F1F9ED4A-9D78-4923-B244-28F0745FC1F4}" type="pres">
      <dgm:prSet presAssocID="{C52B95E8-302C-49A6-B6BB-7728FDB00671}" presName="bgRect" presStyleLbl="bgAccFollowNode1" presStyleIdx="0" presStyleCnt="3"/>
      <dgm:spPr/>
    </dgm:pt>
    <dgm:pt modelId="{D42B0CC3-880E-4C27-9F87-040916780B32}" type="pres">
      <dgm:prSet presAssocID="{6A1F578D-432D-48EB-975C-AD0324FAD380}" presName="sibTransNodeCircle" presStyleLbl="alignNode1" presStyleIdx="0" presStyleCnt="6">
        <dgm:presLayoutVars>
          <dgm:chMax val="0"/>
          <dgm:bulletEnabled/>
        </dgm:presLayoutVars>
      </dgm:prSet>
      <dgm:spPr/>
    </dgm:pt>
    <dgm:pt modelId="{48817BA8-B851-4597-893C-66B33CC84CF2}" type="pres">
      <dgm:prSet presAssocID="{C52B95E8-302C-49A6-B6BB-7728FDB00671}" presName="bottomLine" presStyleLbl="alignNode1" presStyleIdx="1" presStyleCnt="6">
        <dgm:presLayoutVars/>
      </dgm:prSet>
      <dgm:spPr/>
    </dgm:pt>
    <dgm:pt modelId="{6885E0F1-A338-4D92-B133-93D7BE32BD3A}" type="pres">
      <dgm:prSet presAssocID="{C52B95E8-302C-49A6-B6BB-7728FDB00671}" presName="nodeText" presStyleLbl="bgAccFollowNode1" presStyleIdx="0" presStyleCnt="3">
        <dgm:presLayoutVars>
          <dgm:bulletEnabled val="1"/>
        </dgm:presLayoutVars>
      </dgm:prSet>
      <dgm:spPr/>
    </dgm:pt>
    <dgm:pt modelId="{05DEEF4B-DAB3-41AB-89FF-B5ECF1BDAF1F}" type="pres">
      <dgm:prSet presAssocID="{6A1F578D-432D-48EB-975C-AD0324FAD380}" presName="sibTrans" presStyleCnt="0"/>
      <dgm:spPr/>
    </dgm:pt>
    <dgm:pt modelId="{04DD0926-3E9A-4506-9BB2-104DC1952866}" type="pres">
      <dgm:prSet presAssocID="{0BD3C4CB-7F8C-47C2-BE07-16613ABA4FFC}" presName="compositeNode" presStyleCnt="0">
        <dgm:presLayoutVars>
          <dgm:bulletEnabled val="1"/>
        </dgm:presLayoutVars>
      </dgm:prSet>
      <dgm:spPr/>
    </dgm:pt>
    <dgm:pt modelId="{255770D3-4383-4F89-A2EA-99650BCA5300}" type="pres">
      <dgm:prSet presAssocID="{0BD3C4CB-7F8C-47C2-BE07-16613ABA4FFC}" presName="bgRect" presStyleLbl="bgAccFollowNode1" presStyleIdx="1" presStyleCnt="3"/>
      <dgm:spPr/>
    </dgm:pt>
    <dgm:pt modelId="{5E551D34-002C-4BFD-BFCD-5A706FB7CA09}" type="pres">
      <dgm:prSet presAssocID="{E8ED6CD1-3243-4E2A-8344-06E16ED98D48}" presName="sibTransNodeCircle" presStyleLbl="alignNode1" presStyleIdx="2" presStyleCnt="6">
        <dgm:presLayoutVars>
          <dgm:chMax val="0"/>
          <dgm:bulletEnabled/>
        </dgm:presLayoutVars>
      </dgm:prSet>
      <dgm:spPr/>
    </dgm:pt>
    <dgm:pt modelId="{93A0C887-9115-4EF0-ADE1-963F9B77CB62}" type="pres">
      <dgm:prSet presAssocID="{0BD3C4CB-7F8C-47C2-BE07-16613ABA4FFC}" presName="bottomLine" presStyleLbl="alignNode1" presStyleIdx="3" presStyleCnt="6">
        <dgm:presLayoutVars/>
      </dgm:prSet>
      <dgm:spPr/>
    </dgm:pt>
    <dgm:pt modelId="{1DAC18BA-D005-4E90-982F-FD7D94773583}" type="pres">
      <dgm:prSet presAssocID="{0BD3C4CB-7F8C-47C2-BE07-16613ABA4FFC}" presName="nodeText" presStyleLbl="bgAccFollowNode1" presStyleIdx="1" presStyleCnt="3">
        <dgm:presLayoutVars>
          <dgm:bulletEnabled val="1"/>
        </dgm:presLayoutVars>
      </dgm:prSet>
      <dgm:spPr/>
    </dgm:pt>
    <dgm:pt modelId="{A5991A02-A8C9-4CD3-A818-89B7B392FBA7}" type="pres">
      <dgm:prSet presAssocID="{E8ED6CD1-3243-4E2A-8344-06E16ED98D48}" presName="sibTrans" presStyleCnt="0"/>
      <dgm:spPr/>
    </dgm:pt>
    <dgm:pt modelId="{A2714C59-7139-45A3-AE0A-AC0F53F8AE81}" type="pres">
      <dgm:prSet presAssocID="{7C6C1AD1-6B8D-4235-B05A-8776D81C262B}" presName="compositeNode" presStyleCnt="0">
        <dgm:presLayoutVars>
          <dgm:bulletEnabled val="1"/>
        </dgm:presLayoutVars>
      </dgm:prSet>
      <dgm:spPr/>
    </dgm:pt>
    <dgm:pt modelId="{F7366B25-5DBC-4295-A544-3012EED87DF6}" type="pres">
      <dgm:prSet presAssocID="{7C6C1AD1-6B8D-4235-B05A-8776D81C262B}" presName="bgRect" presStyleLbl="bgAccFollowNode1" presStyleIdx="2" presStyleCnt="3"/>
      <dgm:spPr/>
    </dgm:pt>
    <dgm:pt modelId="{735A1408-EE08-4498-8078-37AEAE098150}" type="pres">
      <dgm:prSet presAssocID="{B3F14008-AAF7-43F4-8F72-C1C87F07390C}" presName="sibTransNodeCircle" presStyleLbl="alignNode1" presStyleIdx="4" presStyleCnt="6">
        <dgm:presLayoutVars>
          <dgm:chMax val="0"/>
          <dgm:bulletEnabled/>
        </dgm:presLayoutVars>
      </dgm:prSet>
      <dgm:spPr/>
    </dgm:pt>
    <dgm:pt modelId="{D18A7B80-47CA-4A45-B8A2-32DE1A12801F}" type="pres">
      <dgm:prSet presAssocID="{7C6C1AD1-6B8D-4235-B05A-8776D81C262B}" presName="bottomLine" presStyleLbl="alignNode1" presStyleIdx="5" presStyleCnt="6">
        <dgm:presLayoutVars/>
      </dgm:prSet>
      <dgm:spPr/>
    </dgm:pt>
    <dgm:pt modelId="{D52874D0-B336-4363-81CC-0DBEC6F64A93}" type="pres">
      <dgm:prSet presAssocID="{7C6C1AD1-6B8D-4235-B05A-8776D81C262B}" presName="nodeText" presStyleLbl="bgAccFollowNode1" presStyleIdx="2" presStyleCnt="3">
        <dgm:presLayoutVars>
          <dgm:bulletEnabled val="1"/>
        </dgm:presLayoutVars>
      </dgm:prSet>
      <dgm:spPr/>
    </dgm:pt>
  </dgm:ptLst>
  <dgm:cxnLst>
    <dgm:cxn modelId="{F9903602-AF25-47CA-8CDF-2BB9B5314A31}" srcId="{AA3A2DAB-FF9D-4FFE-B9B5-ECDD2946E88C}" destId="{0BD3C4CB-7F8C-47C2-BE07-16613ABA4FFC}" srcOrd="1" destOrd="0" parTransId="{58F20AA4-3590-4680-8562-22D2AF420F2B}" sibTransId="{E8ED6CD1-3243-4E2A-8344-06E16ED98D48}"/>
    <dgm:cxn modelId="{464D1114-66D9-4533-A0C9-33FF887211E3}" type="presOf" srcId="{0BD3C4CB-7F8C-47C2-BE07-16613ABA4FFC}" destId="{255770D3-4383-4F89-A2EA-99650BCA5300}" srcOrd="0" destOrd="0" presId="urn:microsoft.com/office/officeart/2016/7/layout/BasicLinearProcessNumbered"/>
    <dgm:cxn modelId="{651B8E2D-4366-4236-9835-3CD527836B55}" type="presOf" srcId="{E8ED6CD1-3243-4E2A-8344-06E16ED98D48}" destId="{5E551D34-002C-4BFD-BFCD-5A706FB7CA09}" srcOrd="0" destOrd="0" presId="urn:microsoft.com/office/officeart/2016/7/layout/BasicLinearProcessNumbered"/>
    <dgm:cxn modelId="{B7DA4033-ACB4-430B-9F54-71F4A4CFFE40}" type="presOf" srcId="{7C6C1AD1-6B8D-4235-B05A-8776D81C262B}" destId="{D52874D0-B336-4363-81CC-0DBEC6F64A93}" srcOrd="1" destOrd="0" presId="urn:microsoft.com/office/officeart/2016/7/layout/BasicLinearProcessNumbered"/>
    <dgm:cxn modelId="{9F99AA38-0555-4A06-880A-53FDC3FBCB2B}" type="presOf" srcId="{0BD3C4CB-7F8C-47C2-BE07-16613ABA4FFC}" destId="{1DAC18BA-D005-4E90-982F-FD7D94773583}" srcOrd="1" destOrd="0" presId="urn:microsoft.com/office/officeart/2016/7/layout/BasicLinearProcessNumbered"/>
    <dgm:cxn modelId="{E70E5B47-6179-4638-949B-A36D7DF65A6A}" srcId="{AA3A2DAB-FF9D-4FFE-B9B5-ECDD2946E88C}" destId="{C52B95E8-302C-49A6-B6BB-7728FDB00671}" srcOrd="0" destOrd="0" parTransId="{0C2C1FC0-22F4-457E-869A-BB414915CFCD}" sibTransId="{6A1F578D-432D-48EB-975C-AD0324FAD380}"/>
    <dgm:cxn modelId="{0D928E48-878D-4A31-A99E-660F96463AC3}" type="presOf" srcId="{7C6C1AD1-6B8D-4235-B05A-8776D81C262B}" destId="{F7366B25-5DBC-4295-A544-3012EED87DF6}" srcOrd="0" destOrd="0" presId="urn:microsoft.com/office/officeart/2016/7/layout/BasicLinearProcessNumbered"/>
    <dgm:cxn modelId="{8850576F-1B2A-471A-969D-7F13DED52743}" type="presOf" srcId="{C52B95E8-302C-49A6-B6BB-7728FDB00671}" destId="{F1F9ED4A-9D78-4923-B244-28F0745FC1F4}" srcOrd="0" destOrd="0" presId="urn:microsoft.com/office/officeart/2016/7/layout/BasicLinearProcessNumbered"/>
    <dgm:cxn modelId="{80799F56-6F67-43F1-9D7A-45D297971441}" type="presOf" srcId="{B3F14008-AAF7-43F4-8F72-C1C87F07390C}" destId="{735A1408-EE08-4498-8078-37AEAE098150}" srcOrd="0" destOrd="0" presId="urn:microsoft.com/office/officeart/2016/7/layout/BasicLinearProcessNumbered"/>
    <dgm:cxn modelId="{EC3EF5D4-4965-4077-AAC8-3AE10F49D11E}" type="presOf" srcId="{AA3A2DAB-FF9D-4FFE-B9B5-ECDD2946E88C}" destId="{36C0207B-BAD1-4E09-AB70-2F84367FA334}" srcOrd="0" destOrd="0" presId="urn:microsoft.com/office/officeart/2016/7/layout/BasicLinearProcessNumbered"/>
    <dgm:cxn modelId="{12632EE1-BBF9-4342-897D-43824DBB7915}" type="presOf" srcId="{C52B95E8-302C-49A6-B6BB-7728FDB00671}" destId="{6885E0F1-A338-4D92-B133-93D7BE32BD3A}" srcOrd="1" destOrd="0" presId="urn:microsoft.com/office/officeart/2016/7/layout/BasicLinearProcessNumbered"/>
    <dgm:cxn modelId="{4B5A98E1-3817-4A32-A803-F8FC2622D452}" type="presOf" srcId="{6A1F578D-432D-48EB-975C-AD0324FAD380}" destId="{D42B0CC3-880E-4C27-9F87-040916780B32}" srcOrd="0" destOrd="0" presId="urn:microsoft.com/office/officeart/2016/7/layout/BasicLinearProcessNumbered"/>
    <dgm:cxn modelId="{70E310FA-E039-4054-B5D9-F0DF45264F62}" srcId="{AA3A2DAB-FF9D-4FFE-B9B5-ECDD2946E88C}" destId="{7C6C1AD1-6B8D-4235-B05A-8776D81C262B}" srcOrd="2" destOrd="0" parTransId="{18BEAC3E-4C1A-471E-912C-374589BA1DA4}" sibTransId="{B3F14008-AAF7-43F4-8F72-C1C87F07390C}"/>
    <dgm:cxn modelId="{CB395528-1697-424C-9264-B34D4D7EE809}" type="presParOf" srcId="{36C0207B-BAD1-4E09-AB70-2F84367FA334}" destId="{35D7FE6C-B504-4F5D-AD7A-109D632F8166}" srcOrd="0" destOrd="0" presId="urn:microsoft.com/office/officeart/2016/7/layout/BasicLinearProcessNumbered"/>
    <dgm:cxn modelId="{C228DDD8-2AC9-48D1-AAB7-C2A05585DA85}" type="presParOf" srcId="{35D7FE6C-B504-4F5D-AD7A-109D632F8166}" destId="{F1F9ED4A-9D78-4923-B244-28F0745FC1F4}" srcOrd="0" destOrd="0" presId="urn:microsoft.com/office/officeart/2016/7/layout/BasicLinearProcessNumbered"/>
    <dgm:cxn modelId="{6D6B96FA-6280-4FE6-B891-8D9FC2FD2E1F}" type="presParOf" srcId="{35D7FE6C-B504-4F5D-AD7A-109D632F8166}" destId="{D42B0CC3-880E-4C27-9F87-040916780B32}" srcOrd="1" destOrd="0" presId="urn:microsoft.com/office/officeart/2016/7/layout/BasicLinearProcessNumbered"/>
    <dgm:cxn modelId="{F0498263-1BDB-44E3-9442-B08ECBEA375D}" type="presParOf" srcId="{35D7FE6C-B504-4F5D-AD7A-109D632F8166}" destId="{48817BA8-B851-4597-893C-66B33CC84CF2}" srcOrd="2" destOrd="0" presId="urn:microsoft.com/office/officeart/2016/7/layout/BasicLinearProcessNumbered"/>
    <dgm:cxn modelId="{157F1FD8-1C87-4AFD-A734-A5FA0371E46C}" type="presParOf" srcId="{35D7FE6C-B504-4F5D-AD7A-109D632F8166}" destId="{6885E0F1-A338-4D92-B133-93D7BE32BD3A}" srcOrd="3" destOrd="0" presId="urn:microsoft.com/office/officeart/2016/7/layout/BasicLinearProcessNumbered"/>
    <dgm:cxn modelId="{A8E704E2-4B83-4C61-A278-988FD6961CBB}" type="presParOf" srcId="{36C0207B-BAD1-4E09-AB70-2F84367FA334}" destId="{05DEEF4B-DAB3-41AB-89FF-B5ECF1BDAF1F}" srcOrd="1" destOrd="0" presId="urn:microsoft.com/office/officeart/2016/7/layout/BasicLinearProcessNumbered"/>
    <dgm:cxn modelId="{6C8F1CF2-6061-4D82-B260-F9DC33F16D55}" type="presParOf" srcId="{36C0207B-BAD1-4E09-AB70-2F84367FA334}" destId="{04DD0926-3E9A-4506-9BB2-104DC1952866}" srcOrd="2" destOrd="0" presId="urn:microsoft.com/office/officeart/2016/7/layout/BasicLinearProcessNumbered"/>
    <dgm:cxn modelId="{0320A547-AB10-4409-BF07-F5F0885F5D2D}" type="presParOf" srcId="{04DD0926-3E9A-4506-9BB2-104DC1952866}" destId="{255770D3-4383-4F89-A2EA-99650BCA5300}" srcOrd="0" destOrd="0" presId="urn:microsoft.com/office/officeart/2016/7/layout/BasicLinearProcessNumbered"/>
    <dgm:cxn modelId="{D85A9206-84A6-4488-B45E-C4E5BEC3BE24}" type="presParOf" srcId="{04DD0926-3E9A-4506-9BB2-104DC1952866}" destId="{5E551D34-002C-4BFD-BFCD-5A706FB7CA09}" srcOrd="1" destOrd="0" presId="urn:microsoft.com/office/officeart/2016/7/layout/BasicLinearProcessNumbered"/>
    <dgm:cxn modelId="{0400A582-D165-4CA8-8122-38065CFEBC55}" type="presParOf" srcId="{04DD0926-3E9A-4506-9BB2-104DC1952866}" destId="{93A0C887-9115-4EF0-ADE1-963F9B77CB62}" srcOrd="2" destOrd="0" presId="urn:microsoft.com/office/officeart/2016/7/layout/BasicLinearProcessNumbered"/>
    <dgm:cxn modelId="{7B63C4F5-A2D9-4201-B6E6-E203F5985A98}" type="presParOf" srcId="{04DD0926-3E9A-4506-9BB2-104DC1952866}" destId="{1DAC18BA-D005-4E90-982F-FD7D94773583}" srcOrd="3" destOrd="0" presId="urn:microsoft.com/office/officeart/2016/7/layout/BasicLinearProcessNumbered"/>
    <dgm:cxn modelId="{BAB45E5A-4176-4EF0-8691-DB25A8861484}" type="presParOf" srcId="{36C0207B-BAD1-4E09-AB70-2F84367FA334}" destId="{A5991A02-A8C9-4CD3-A818-89B7B392FBA7}" srcOrd="3" destOrd="0" presId="urn:microsoft.com/office/officeart/2016/7/layout/BasicLinearProcessNumbered"/>
    <dgm:cxn modelId="{00AAC3AF-099A-47EB-8D1E-5EB95BAFEA6D}" type="presParOf" srcId="{36C0207B-BAD1-4E09-AB70-2F84367FA334}" destId="{A2714C59-7139-45A3-AE0A-AC0F53F8AE81}" srcOrd="4" destOrd="0" presId="urn:microsoft.com/office/officeart/2016/7/layout/BasicLinearProcessNumbered"/>
    <dgm:cxn modelId="{88F81EA7-6876-4A52-BD48-8F03EC19BF64}" type="presParOf" srcId="{A2714C59-7139-45A3-AE0A-AC0F53F8AE81}" destId="{F7366B25-5DBC-4295-A544-3012EED87DF6}" srcOrd="0" destOrd="0" presId="urn:microsoft.com/office/officeart/2016/7/layout/BasicLinearProcessNumbered"/>
    <dgm:cxn modelId="{5FE2FCB4-1996-4CB3-A42C-4EB005449E1D}" type="presParOf" srcId="{A2714C59-7139-45A3-AE0A-AC0F53F8AE81}" destId="{735A1408-EE08-4498-8078-37AEAE098150}" srcOrd="1" destOrd="0" presId="urn:microsoft.com/office/officeart/2016/7/layout/BasicLinearProcessNumbered"/>
    <dgm:cxn modelId="{4DA8AC9C-0CA3-4BED-8224-13704ACF6425}" type="presParOf" srcId="{A2714C59-7139-45A3-AE0A-AC0F53F8AE81}" destId="{D18A7B80-47CA-4A45-B8A2-32DE1A12801F}" srcOrd="2" destOrd="0" presId="urn:microsoft.com/office/officeart/2016/7/layout/BasicLinearProcessNumbered"/>
    <dgm:cxn modelId="{F747B80E-EC93-4D05-964C-172C0FB92D7E}" type="presParOf" srcId="{A2714C59-7139-45A3-AE0A-AC0F53F8AE81}" destId="{D52874D0-B336-4363-81CC-0DBEC6F64A93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5E733B7-A142-4D98-BFD7-BD84168F7455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BE1593B0-B601-45EC-A527-B37C31A2F4DB}">
      <dgm:prSet custT="1"/>
      <dgm:spPr/>
      <dgm:t>
        <a:bodyPr/>
        <a:lstStyle/>
        <a:p>
          <a:r>
            <a:rPr lang="pt-BR" sz="1400" dirty="0"/>
            <a:t>Veículos antigos (com mais de 20 anos de produção) não são os principais envolvidos em acidentes, porém apresentam taxas de fatalidade mais altas que os mais novos;</a:t>
          </a:r>
          <a:endParaRPr lang="en-US" sz="1400" dirty="0"/>
        </a:p>
      </dgm:t>
    </dgm:pt>
    <dgm:pt modelId="{6019C95E-22D8-483A-A96A-9469757553A7}" type="parTrans" cxnId="{2D8CDEA7-7B7D-473F-93D8-A60DD66A5EF6}">
      <dgm:prSet/>
      <dgm:spPr/>
      <dgm:t>
        <a:bodyPr/>
        <a:lstStyle/>
        <a:p>
          <a:endParaRPr lang="en-US"/>
        </a:p>
      </dgm:t>
    </dgm:pt>
    <dgm:pt modelId="{26DE4B0F-D9AC-4F2E-B5DB-DF728150D93A}" type="sibTrans" cxnId="{2D8CDEA7-7B7D-473F-93D8-A60DD66A5EF6}">
      <dgm:prSet/>
      <dgm:spPr/>
      <dgm:t>
        <a:bodyPr/>
        <a:lstStyle/>
        <a:p>
          <a:endParaRPr lang="en-US"/>
        </a:p>
      </dgm:t>
    </dgm:pt>
    <dgm:pt modelId="{279D16C6-40A2-4DEF-A4C9-468F729F591C}">
      <dgm:prSet/>
      <dgm:spPr/>
      <dgm:t>
        <a:bodyPr/>
        <a:lstStyle/>
        <a:p>
          <a:r>
            <a:rPr lang="pt-BR" dirty="0"/>
            <a:t>Falhas mecânicas, elétricas ou com demais avarias não impactam no número de acidentes;</a:t>
          </a:r>
          <a:endParaRPr lang="en-US" dirty="0"/>
        </a:p>
      </dgm:t>
    </dgm:pt>
    <dgm:pt modelId="{35E20B00-6A2A-4671-AFC1-50A06F24AC30}" type="parTrans" cxnId="{64B47727-74A9-44E1-B384-590FF9B96351}">
      <dgm:prSet/>
      <dgm:spPr/>
      <dgm:t>
        <a:bodyPr/>
        <a:lstStyle/>
        <a:p>
          <a:endParaRPr lang="en-US"/>
        </a:p>
      </dgm:t>
    </dgm:pt>
    <dgm:pt modelId="{DD0A9957-1553-4FD8-9EAA-AD863E22222B}" type="sibTrans" cxnId="{64B47727-74A9-44E1-B384-590FF9B96351}">
      <dgm:prSet/>
      <dgm:spPr/>
      <dgm:t>
        <a:bodyPr/>
        <a:lstStyle/>
        <a:p>
          <a:endParaRPr lang="en-US"/>
        </a:p>
      </dgm:t>
    </dgm:pt>
    <dgm:pt modelId="{15FAAD9D-E764-4879-A7B9-AD718A6473C0}">
      <dgm:prSet/>
      <dgm:spPr/>
      <dgm:t>
        <a:bodyPr/>
        <a:lstStyle/>
        <a:p>
          <a:r>
            <a:rPr lang="pt-BR"/>
            <a:t>Falha humana é apontada como principal causadora de acidentes</a:t>
          </a:r>
          <a:endParaRPr lang="en-US"/>
        </a:p>
      </dgm:t>
    </dgm:pt>
    <dgm:pt modelId="{B9E397F2-23CB-47CB-8C43-6606616388EC}" type="parTrans" cxnId="{DBC98C30-FEF8-4F1C-A64E-CB76F51CDCC7}">
      <dgm:prSet/>
      <dgm:spPr/>
      <dgm:t>
        <a:bodyPr/>
        <a:lstStyle/>
        <a:p>
          <a:endParaRPr lang="en-US"/>
        </a:p>
      </dgm:t>
    </dgm:pt>
    <dgm:pt modelId="{97238D3A-6B79-4BC7-807F-6250C9396527}" type="sibTrans" cxnId="{DBC98C30-FEF8-4F1C-A64E-CB76F51CDCC7}">
      <dgm:prSet/>
      <dgm:spPr/>
      <dgm:t>
        <a:bodyPr/>
        <a:lstStyle/>
        <a:p>
          <a:endParaRPr lang="en-US"/>
        </a:p>
      </dgm:t>
    </dgm:pt>
    <dgm:pt modelId="{F3F8B8E6-A644-4D7A-AAAD-BCDC3EB3E157}" type="pres">
      <dgm:prSet presAssocID="{F5E733B7-A142-4D98-BFD7-BD84168F7455}" presName="root" presStyleCnt="0">
        <dgm:presLayoutVars>
          <dgm:dir/>
          <dgm:resizeHandles val="exact"/>
        </dgm:presLayoutVars>
      </dgm:prSet>
      <dgm:spPr/>
    </dgm:pt>
    <dgm:pt modelId="{7C9C95C8-CD3B-49F7-AD54-A309A1080B51}" type="pres">
      <dgm:prSet presAssocID="{BE1593B0-B601-45EC-A527-B37C31A2F4DB}" presName="compNode" presStyleCnt="0"/>
      <dgm:spPr/>
    </dgm:pt>
    <dgm:pt modelId="{E98BD019-0A7B-45F2-BB8A-DA6A12694C00}" type="pres">
      <dgm:prSet presAssocID="{BE1593B0-B601-45EC-A527-B37C31A2F4DB}" presName="iconRect" presStyleLbl="node1" presStyleIdx="0" presStyleCnt="3" custLinFactNeighborX="-60158" custLinFactNeighborY="7099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rro"/>
        </a:ext>
      </dgm:extLst>
    </dgm:pt>
    <dgm:pt modelId="{1D4762E0-737F-4D20-B25C-9AE1F9993AEA}" type="pres">
      <dgm:prSet presAssocID="{BE1593B0-B601-45EC-A527-B37C31A2F4DB}" presName="spaceRect" presStyleCnt="0"/>
      <dgm:spPr/>
    </dgm:pt>
    <dgm:pt modelId="{0CC4E339-8BC1-439D-AB62-7CEB651408A7}" type="pres">
      <dgm:prSet presAssocID="{BE1593B0-B601-45EC-A527-B37C31A2F4DB}" presName="textRect" presStyleLbl="revTx" presStyleIdx="0" presStyleCnt="3" custLinFactNeighborX="-29284" custLinFactNeighborY="-1452">
        <dgm:presLayoutVars>
          <dgm:chMax val="1"/>
          <dgm:chPref val="1"/>
        </dgm:presLayoutVars>
      </dgm:prSet>
      <dgm:spPr/>
    </dgm:pt>
    <dgm:pt modelId="{35F5B3CF-AB9C-489C-BE21-A1260CABD28B}" type="pres">
      <dgm:prSet presAssocID="{26DE4B0F-D9AC-4F2E-B5DB-DF728150D93A}" presName="sibTrans" presStyleCnt="0"/>
      <dgm:spPr/>
    </dgm:pt>
    <dgm:pt modelId="{CB2F2F40-712D-4409-94A4-E578BC18A3E4}" type="pres">
      <dgm:prSet presAssocID="{279D16C6-40A2-4DEF-A4C9-468F729F591C}" presName="compNode" presStyleCnt="0"/>
      <dgm:spPr/>
    </dgm:pt>
    <dgm:pt modelId="{86878409-941D-40B9-B185-514E405E2122}" type="pres">
      <dgm:prSet presAssocID="{279D16C6-40A2-4DEF-A4C9-468F729F591C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viso"/>
        </a:ext>
      </dgm:extLst>
    </dgm:pt>
    <dgm:pt modelId="{6AD82092-2E1C-4A5B-88E3-2165221E86BF}" type="pres">
      <dgm:prSet presAssocID="{279D16C6-40A2-4DEF-A4C9-468F729F591C}" presName="spaceRect" presStyleCnt="0"/>
      <dgm:spPr/>
    </dgm:pt>
    <dgm:pt modelId="{134F61A7-195F-4D18-A11C-649D73BB8A4B}" type="pres">
      <dgm:prSet presAssocID="{279D16C6-40A2-4DEF-A4C9-468F729F591C}" presName="textRect" presStyleLbl="revTx" presStyleIdx="1" presStyleCnt="3">
        <dgm:presLayoutVars>
          <dgm:chMax val="1"/>
          <dgm:chPref val="1"/>
        </dgm:presLayoutVars>
      </dgm:prSet>
      <dgm:spPr/>
    </dgm:pt>
    <dgm:pt modelId="{5F81060C-610D-4354-A7D4-D1CBBBFA4572}" type="pres">
      <dgm:prSet presAssocID="{DD0A9957-1553-4FD8-9EAA-AD863E22222B}" presName="sibTrans" presStyleCnt="0"/>
      <dgm:spPr/>
    </dgm:pt>
    <dgm:pt modelId="{19061335-9A0C-42CF-A594-CD6D5D3AE55E}" type="pres">
      <dgm:prSet presAssocID="{15FAAD9D-E764-4879-A7B9-AD718A6473C0}" presName="compNode" presStyleCnt="0"/>
      <dgm:spPr/>
    </dgm:pt>
    <dgm:pt modelId="{B70CD4F5-992E-4FC4-ACD6-DC9F17FCBBB2}" type="pres">
      <dgm:prSet presAssocID="{15FAAD9D-E764-4879-A7B9-AD718A6473C0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rritante"/>
        </a:ext>
      </dgm:extLst>
    </dgm:pt>
    <dgm:pt modelId="{7F537E38-7107-48D1-B37B-0FAAAC963008}" type="pres">
      <dgm:prSet presAssocID="{15FAAD9D-E764-4879-A7B9-AD718A6473C0}" presName="spaceRect" presStyleCnt="0"/>
      <dgm:spPr/>
    </dgm:pt>
    <dgm:pt modelId="{89CDC360-622B-44FA-BB10-3EE6E900F0A9}" type="pres">
      <dgm:prSet presAssocID="{15FAAD9D-E764-4879-A7B9-AD718A6473C0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1E50E41E-7F67-48DD-8299-8FD0DB2AC458}" type="presOf" srcId="{F5E733B7-A142-4D98-BFD7-BD84168F7455}" destId="{F3F8B8E6-A644-4D7A-AAAD-BCDC3EB3E157}" srcOrd="0" destOrd="0" presId="urn:microsoft.com/office/officeart/2018/2/layout/IconLabelList"/>
    <dgm:cxn modelId="{64B47727-74A9-44E1-B384-590FF9B96351}" srcId="{F5E733B7-A142-4D98-BFD7-BD84168F7455}" destId="{279D16C6-40A2-4DEF-A4C9-468F729F591C}" srcOrd="1" destOrd="0" parTransId="{35E20B00-6A2A-4671-AFC1-50A06F24AC30}" sibTransId="{DD0A9957-1553-4FD8-9EAA-AD863E22222B}"/>
    <dgm:cxn modelId="{DBC98C30-FEF8-4F1C-A64E-CB76F51CDCC7}" srcId="{F5E733B7-A142-4D98-BFD7-BD84168F7455}" destId="{15FAAD9D-E764-4879-A7B9-AD718A6473C0}" srcOrd="2" destOrd="0" parTransId="{B9E397F2-23CB-47CB-8C43-6606616388EC}" sibTransId="{97238D3A-6B79-4BC7-807F-6250C9396527}"/>
    <dgm:cxn modelId="{9A579E51-23C1-4313-A354-0E492A163D3C}" type="presOf" srcId="{15FAAD9D-E764-4879-A7B9-AD718A6473C0}" destId="{89CDC360-622B-44FA-BB10-3EE6E900F0A9}" srcOrd="0" destOrd="0" presId="urn:microsoft.com/office/officeart/2018/2/layout/IconLabelList"/>
    <dgm:cxn modelId="{7E5D73A3-7FB7-4CC9-8E16-7961989A316D}" type="presOf" srcId="{BE1593B0-B601-45EC-A527-B37C31A2F4DB}" destId="{0CC4E339-8BC1-439D-AB62-7CEB651408A7}" srcOrd="0" destOrd="0" presId="urn:microsoft.com/office/officeart/2018/2/layout/IconLabelList"/>
    <dgm:cxn modelId="{3AFF84A3-7953-40ED-B84B-3808E9BFAEFB}" type="presOf" srcId="{279D16C6-40A2-4DEF-A4C9-468F729F591C}" destId="{134F61A7-195F-4D18-A11C-649D73BB8A4B}" srcOrd="0" destOrd="0" presId="urn:microsoft.com/office/officeart/2018/2/layout/IconLabelList"/>
    <dgm:cxn modelId="{2D8CDEA7-7B7D-473F-93D8-A60DD66A5EF6}" srcId="{F5E733B7-A142-4D98-BFD7-BD84168F7455}" destId="{BE1593B0-B601-45EC-A527-B37C31A2F4DB}" srcOrd="0" destOrd="0" parTransId="{6019C95E-22D8-483A-A96A-9469757553A7}" sibTransId="{26DE4B0F-D9AC-4F2E-B5DB-DF728150D93A}"/>
    <dgm:cxn modelId="{05AFD92E-7177-4CE8-B770-2D3BD2957EF7}" type="presParOf" srcId="{F3F8B8E6-A644-4D7A-AAAD-BCDC3EB3E157}" destId="{7C9C95C8-CD3B-49F7-AD54-A309A1080B51}" srcOrd="0" destOrd="0" presId="urn:microsoft.com/office/officeart/2018/2/layout/IconLabelList"/>
    <dgm:cxn modelId="{AF3688D6-CCD2-4586-A252-2E6139F78DB5}" type="presParOf" srcId="{7C9C95C8-CD3B-49F7-AD54-A309A1080B51}" destId="{E98BD019-0A7B-45F2-BB8A-DA6A12694C00}" srcOrd="0" destOrd="0" presId="urn:microsoft.com/office/officeart/2018/2/layout/IconLabelList"/>
    <dgm:cxn modelId="{C61D4FE7-9464-4E68-874E-A4D7BA74D932}" type="presParOf" srcId="{7C9C95C8-CD3B-49F7-AD54-A309A1080B51}" destId="{1D4762E0-737F-4D20-B25C-9AE1F9993AEA}" srcOrd="1" destOrd="0" presId="urn:microsoft.com/office/officeart/2018/2/layout/IconLabelList"/>
    <dgm:cxn modelId="{7431C613-5A82-49E0-8D5A-ECB08443678E}" type="presParOf" srcId="{7C9C95C8-CD3B-49F7-AD54-A309A1080B51}" destId="{0CC4E339-8BC1-439D-AB62-7CEB651408A7}" srcOrd="2" destOrd="0" presId="urn:microsoft.com/office/officeart/2018/2/layout/IconLabelList"/>
    <dgm:cxn modelId="{2B697928-5957-4755-9A62-196EFC94827E}" type="presParOf" srcId="{F3F8B8E6-A644-4D7A-AAAD-BCDC3EB3E157}" destId="{35F5B3CF-AB9C-489C-BE21-A1260CABD28B}" srcOrd="1" destOrd="0" presId="urn:microsoft.com/office/officeart/2018/2/layout/IconLabelList"/>
    <dgm:cxn modelId="{BD6ACF8D-D1E8-4BA3-9755-B64DAD1298AD}" type="presParOf" srcId="{F3F8B8E6-A644-4D7A-AAAD-BCDC3EB3E157}" destId="{CB2F2F40-712D-4409-94A4-E578BC18A3E4}" srcOrd="2" destOrd="0" presId="urn:microsoft.com/office/officeart/2018/2/layout/IconLabelList"/>
    <dgm:cxn modelId="{8BBE188C-27CD-41B7-8BE5-5A759C5DEF5E}" type="presParOf" srcId="{CB2F2F40-712D-4409-94A4-E578BC18A3E4}" destId="{86878409-941D-40B9-B185-514E405E2122}" srcOrd="0" destOrd="0" presId="urn:microsoft.com/office/officeart/2018/2/layout/IconLabelList"/>
    <dgm:cxn modelId="{B8178D3E-2DF8-42CF-834C-FD9604E2FEFE}" type="presParOf" srcId="{CB2F2F40-712D-4409-94A4-E578BC18A3E4}" destId="{6AD82092-2E1C-4A5B-88E3-2165221E86BF}" srcOrd="1" destOrd="0" presId="urn:microsoft.com/office/officeart/2018/2/layout/IconLabelList"/>
    <dgm:cxn modelId="{E8DF36BB-B6A9-475F-B87C-AD50B448B6C8}" type="presParOf" srcId="{CB2F2F40-712D-4409-94A4-E578BC18A3E4}" destId="{134F61A7-195F-4D18-A11C-649D73BB8A4B}" srcOrd="2" destOrd="0" presId="urn:microsoft.com/office/officeart/2018/2/layout/IconLabelList"/>
    <dgm:cxn modelId="{A6D66F34-B67D-40E0-B797-79BC3B7975FD}" type="presParOf" srcId="{F3F8B8E6-A644-4D7A-AAAD-BCDC3EB3E157}" destId="{5F81060C-610D-4354-A7D4-D1CBBBFA4572}" srcOrd="3" destOrd="0" presId="urn:microsoft.com/office/officeart/2018/2/layout/IconLabelList"/>
    <dgm:cxn modelId="{0B933CA8-6683-40BB-A1BD-D34F3F82D23D}" type="presParOf" srcId="{F3F8B8E6-A644-4D7A-AAAD-BCDC3EB3E157}" destId="{19061335-9A0C-42CF-A594-CD6D5D3AE55E}" srcOrd="4" destOrd="0" presId="urn:microsoft.com/office/officeart/2018/2/layout/IconLabelList"/>
    <dgm:cxn modelId="{BA90DCF4-1333-4423-B44B-B02B22AC9D7F}" type="presParOf" srcId="{19061335-9A0C-42CF-A594-CD6D5D3AE55E}" destId="{B70CD4F5-992E-4FC4-ACD6-DC9F17FCBBB2}" srcOrd="0" destOrd="0" presId="urn:microsoft.com/office/officeart/2018/2/layout/IconLabelList"/>
    <dgm:cxn modelId="{9722AA34-87C2-4300-A95D-A08763885504}" type="presParOf" srcId="{19061335-9A0C-42CF-A594-CD6D5D3AE55E}" destId="{7F537E38-7107-48D1-B37B-0FAAAC963008}" srcOrd="1" destOrd="0" presId="urn:microsoft.com/office/officeart/2018/2/layout/IconLabelList"/>
    <dgm:cxn modelId="{2F718259-6625-426D-BF0C-3C723EA86F20}" type="presParOf" srcId="{19061335-9A0C-42CF-A594-CD6D5D3AE55E}" destId="{89CDC360-622B-44FA-BB10-3EE6E900F0A9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7546554-913D-43C6-8D46-320E40B8A7D1}">
      <dsp:nvSpPr>
        <dsp:cNvPr id="0" name=""/>
        <dsp:cNvSpPr/>
      </dsp:nvSpPr>
      <dsp:spPr>
        <a:xfrm>
          <a:off x="0" y="289615"/>
          <a:ext cx="4872038" cy="754777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466,9 mil acidentes distintos registrados</a:t>
          </a:r>
          <a:r>
            <a:rPr lang="pt-BR" sz="1900" kern="1200"/>
            <a:t>;</a:t>
          </a:r>
          <a:endParaRPr lang="en-US" sz="1900" kern="1200"/>
        </a:p>
      </dsp:txBody>
      <dsp:txXfrm>
        <a:off x="36845" y="326460"/>
        <a:ext cx="4798348" cy="681087"/>
      </dsp:txXfrm>
    </dsp:sp>
    <dsp:sp modelId="{5F729F06-D5E3-4AE6-B567-12092C46460D}">
      <dsp:nvSpPr>
        <dsp:cNvPr id="0" name=""/>
        <dsp:cNvSpPr/>
      </dsp:nvSpPr>
      <dsp:spPr>
        <a:xfrm>
          <a:off x="0" y="1099113"/>
          <a:ext cx="4872038" cy="754777"/>
        </a:xfrm>
        <a:prstGeom prst="roundRect">
          <a:avLst/>
        </a:prstGeom>
        <a:gradFill rotWithShape="0">
          <a:gsLst>
            <a:gs pos="0">
              <a:schemeClr val="accent2">
                <a:hueOff val="338703"/>
                <a:satOff val="-1658"/>
                <a:lumOff val="931"/>
                <a:alphaOff val="0"/>
                <a:tint val="98000"/>
                <a:lumMod val="114000"/>
              </a:schemeClr>
            </a:gs>
            <a:gs pos="100000">
              <a:schemeClr val="accent2">
                <a:hueOff val="338703"/>
                <a:satOff val="-1658"/>
                <a:lumOff val="931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900" kern="1200"/>
            <a:t>Aproximadamente </a:t>
          </a:r>
          <a:r>
            <a:rPr lang="en-US" sz="1900" kern="1200"/>
            <a:t>3 milhões de vítimas no período analisado</a:t>
          </a:r>
          <a:r>
            <a:rPr lang="pt-BR" sz="1900" kern="1200"/>
            <a:t> (2019 – 2025);</a:t>
          </a:r>
          <a:endParaRPr lang="en-US" sz="1900" kern="1200"/>
        </a:p>
      </dsp:txBody>
      <dsp:txXfrm>
        <a:off x="36845" y="1135958"/>
        <a:ext cx="4798348" cy="681087"/>
      </dsp:txXfrm>
    </dsp:sp>
    <dsp:sp modelId="{85D7B9F0-5A14-49D5-AD38-76FE184F22B3}">
      <dsp:nvSpPr>
        <dsp:cNvPr id="0" name=""/>
        <dsp:cNvSpPr/>
      </dsp:nvSpPr>
      <dsp:spPr>
        <a:xfrm>
          <a:off x="0" y="1908611"/>
          <a:ext cx="4872038" cy="754777"/>
        </a:xfrm>
        <a:prstGeom prst="roundRect">
          <a:avLst/>
        </a:prstGeom>
        <a:gradFill rotWithShape="0">
          <a:gsLst>
            <a:gs pos="0">
              <a:schemeClr val="accent2">
                <a:hueOff val="677407"/>
                <a:satOff val="-3316"/>
                <a:lumOff val="1862"/>
                <a:alphaOff val="0"/>
                <a:tint val="98000"/>
                <a:lumMod val="114000"/>
              </a:schemeClr>
            </a:gs>
            <a:gs pos="100000">
              <a:schemeClr val="accent2">
                <a:hueOff val="677407"/>
                <a:satOff val="-3316"/>
                <a:lumOff val="1862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155 mil vítimas fatais | Taxa média de fatalidade: 5,5%</a:t>
          </a:r>
          <a:r>
            <a:rPr lang="pt-BR" sz="1900" kern="1200"/>
            <a:t>;</a:t>
          </a:r>
          <a:endParaRPr lang="en-US" sz="1900" kern="1200"/>
        </a:p>
      </dsp:txBody>
      <dsp:txXfrm>
        <a:off x="36845" y="1945456"/>
        <a:ext cx="4798348" cy="681087"/>
      </dsp:txXfrm>
    </dsp:sp>
    <dsp:sp modelId="{E5DCECB3-2835-4DCA-B0EC-7AA706A7A0D5}">
      <dsp:nvSpPr>
        <dsp:cNvPr id="0" name=""/>
        <dsp:cNvSpPr/>
      </dsp:nvSpPr>
      <dsp:spPr>
        <a:xfrm>
          <a:off x="0" y="2718108"/>
          <a:ext cx="4872038" cy="754777"/>
        </a:xfrm>
        <a:prstGeom prst="roundRect">
          <a:avLst/>
        </a:prstGeom>
        <a:gradFill rotWithShape="0">
          <a:gsLst>
            <a:gs pos="0">
              <a:schemeClr val="accent2">
                <a:hueOff val="1016110"/>
                <a:satOff val="-4974"/>
                <a:lumOff val="2794"/>
                <a:alphaOff val="0"/>
                <a:tint val="98000"/>
                <a:lumMod val="114000"/>
              </a:schemeClr>
            </a:gs>
            <a:gs pos="100000">
              <a:schemeClr val="accent2">
                <a:hueOff val="1016110"/>
                <a:satOff val="-4974"/>
                <a:lumOff val="2794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Faixa etária mais envolvida: 25–34 anos</a:t>
          </a:r>
          <a:r>
            <a:rPr lang="pt-BR" sz="1900" kern="1200"/>
            <a:t>;</a:t>
          </a:r>
          <a:endParaRPr lang="en-US" sz="1900" kern="1200"/>
        </a:p>
      </dsp:txBody>
      <dsp:txXfrm>
        <a:off x="36845" y="2754953"/>
        <a:ext cx="4798348" cy="681087"/>
      </dsp:txXfrm>
    </dsp:sp>
    <dsp:sp modelId="{6DFFE684-7C2E-4B7F-B599-AAABB1D332A4}">
      <dsp:nvSpPr>
        <dsp:cNvPr id="0" name=""/>
        <dsp:cNvSpPr/>
      </dsp:nvSpPr>
      <dsp:spPr>
        <a:xfrm>
          <a:off x="0" y="3527606"/>
          <a:ext cx="4872038" cy="754777"/>
        </a:xfrm>
        <a:prstGeom prst="roundRect">
          <a:avLst/>
        </a:prstGeom>
        <a:gradFill rotWithShape="0">
          <a:gsLst>
            <a:gs pos="0">
              <a:schemeClr val="accent2">
                <a:hueOff val="1354814"/>
                <a:satOff val="-6632"/>
                <a:lumOff val="3725"/>
                <a:alphaOff val="0"/>
                <a:tint val="98000"/>
                <a:lumMod val="114000"/>
              </a:schemeClr>
            </a:gs>
            <a:gs pos="100000">
              <a:schemeClr val="accent2">
                <a:hueOff val="1354814"/>
                <a:satOff val="-6632"/>
                <a:lumOff val="3725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900" kern="1200"/>
            <a:t>Aproximadamente 67 mil acidentes rodoviários em média no Brasil</a:t>
          </a:r>
          <a:endParaRPr lang="en-US" sz="1900" kern="1200"/>
        </a:p>
      </dsp:txBody>
      <dsp:txXfrm>
        <a:off x="36845" y="3564451"/>
        <a:ext cx="4798348" cy="68108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1F9ED4A-9D78-4923-B244-28F0745FC1F4}">
      <dsp:nvSpPr>
        <dsp:cNvPr id="0" name=""/>
        <dsp:cNvSpPr/>
      </dsp:nvSpPr>
      <dsp:spPr>
        <a:xfrm>
          <a:off x="0" y="0"/>
          <a:ext cx="2553602" cy="3404277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9089" tIns="330200" rIns="199089" bIns="33020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Maior concentração </a:t>
          </a:r>
          <a:r>
            <a:rPr lang="pt-BR" sz="1900" kern="1200"/>
            <a:t>dos acidentes está nas</a:t>
          </a:r>
          <a:r>
            <a:rPr lang="en-US" sz="1900" kern="1200"/>
            <a:t> regiões Sudeste e Sul</a:t>
          </a:r>
          <a:r>
            <a:rPr lang="pt-BR" sz="1900" kern="1200"/>
            <a:t>;</a:t>
          </a:r>
          <a:endParaRPr lang="en-US" sz="1900" kern="1200"/>
        </a:p>
      </dsp:txBody>
      <dsp:txXfrm>
        <a:off x="0" y="1293625"/>
        <a:ext cx="2553602" cy="2042566"/>
      </dsp:txXfrm>
    </dsp:sp>
    <dsp:sp modelId="{D42B0CC3-880E-4C27-9F87-040916780B32}">
      <dsp:nvSpPr>
        <dsp:cNvPr id="0" name=""/>
        <dsp:cNvSpPr/>
      </dsp:nvSpPr>
      <dsp:spPr>
        <a:xfrm>
          <a:off x="766159" y="340427"/>
          <a:ext cx="1021283" cy="1021283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9623" tIns="12700" rIns="79623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1</a:t>
          </a:r>
        </a:p>
      </dsp:txBody>
      <dsp:txXfrm>
        <a:off x="915722" y="489990"/>
        <a:ext cx="722157" cy="722157"/>
      </dsp:txXfrm>
    </dsp:sp>
    <dsp:sp modelId="{48817BA8-B851-4597-893C-66B33CC84CF2}">
      <dsp:nvSpPr>
        <dsp:cNvPr id="0" name=""/>
        <dsp:cNvSpPr/>
      </dsp:nvSpPr>
      <dsp:spPr>
        <a:xfrm>
          <a:off x="0" y="3404205"/>
          <a:ext cx="2553602" cy="7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5770D3-4383-4F89-A2EA-99650BCA5300}">
      <dsp:nvSpPr>
        <dsp:cNvPr id="0" name=""/>
        <dsp:cNvSpPr/>
      </dsp:nvSpPr>
      <dsp:spPr>
        <a:xfrm>
          <a:off x="2808962" y="0"/>
          <a:ext cx="2553602" cy="3404277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9089" tIns="330200" rIns="199089" bIns="33020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Corredores logísticos e trechos urbanos concentram ocorrências</a:t>
          </a:r>
        </a:p>
      </dsp:txBody>
      <dsp:txXfrm>
        <a:off x="2808962" y="1293625"/>
        <a:ext cx="2553602" cy="2042566"/>
      </dsp:txXfrm>
    </dsp:sp>
    <dsp:sp modelId="{5E551D34-002C-4BFD-BFCD-5A706FB7CA09}">
      <dsp:nvSpPr>
        <dsp:cNvPr id="0" name=""/>
        <dsp:cNvSpPr/>
      </dsp:nvSpPr>
      <dsp:spPr>
        <a:xfrm>
          <a:off x="3575122" y="340427"/>
          <a:ext cx="1021283" cy="1021283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9623" tIns="12700" rIns="79623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2</a:t>
          </a:r>
        </a:p>
      </dsp:txBody>
      <dsp:txXfrm>
        <a:off x="3724685" y="489990"/>
        <a:ext cx="722157" cy="722157"/>
      </dsp:txXfrm>
    </dsp:sp>
    <dsp:sp modelId="{93A0C887-9115-4EF0-ADE1-963F9B77CB62}">
      <dsp:nvSpPr>
        <dsp:cNvPr id="0" name=""/>
        <dsp:cNvSpPr/>
      </dsp:nvSpPr>
      <dsp:spPr>
        <a:xfrm>
          <a:off x="2808962" y="3404205"/>
          <a:ext cx="2553602" cy="72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366B25-5DBC-4295-A544-3012EED87DF6}">
      <dsp:nvSpPr>
        <dsp:cNvPr id="0" name=""/>
        <dsp:cNvSpPr/>
      </dsp:nvSpPr>
      <dsp:spPr>
        <a:xfrm>
          <a:off x="5617925" y="0"/>
          <a:ext cx="2553602" cy="3404277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9089" tIns="330200" rIns="199089" bIns="33020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Indicação clara de pontos prioritários para intervenção</a:t>
          </a:r>
        </a:p>
      </dsp:txBody>
      <dsp:txXfrm>
        <a:off x="5617925" y="1293625"/>
        <a:ext cx="2553602" cy="2042566"/>
      </dsp:txXfrm>
    </dsp:sp>
    <dsp:sp modelId="{735A1408-EE08-4498-8078-37AEAE098150}">
      <dsp:nvSpPr>
        <dsp:cNvPr id="0" name=""/>
        <dsp:cNvSpPr/>
      </dsp:nvSpPr>
      <dsp:spPr>
        <a:xfrm>
          <a:off x="6384085" y="340427"/>
          <a:ext cx="1021283" cy="1021283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9623" tIns="12700" rIns="79623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3</a:t>
          </a:r>
        </a:p>
      </dsp:txBody>
      <dsp:txXfrm>
        <a:off x="6533648" y="489990"/>
        <a:ext cx="722157" cy="722157"/>
      </dsp:txXfrm>
    </dsp:sp>
    <dsp:sp modelId="{D18A7B80-47CA-4A45-B8A2-32DE1A12801F}">
      <dsp:nvSpPr>
        <dsp:cNvPr id="0" name=""/>
        <dsp:cNvSpPr/>
      </dsp:nvSpPr>
      <dsp:spPr>
        <a:xfrm>
          <a:off x="5617925" y="3404205"/>
          <a:ext cx="2553602" cy="7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8BD019-0A7B-45F2-BB8A-DA6A12694C00}">
      <dsp:nvSpPr>
        <dsp:cNvPr id="0" name=""/>
        <dsp:cNvSpPr/>
      </dsp:nvSpPr>
      <dsp:spPr>
        <a:xfrm>
          <a:off x="1216513" y="191054"/>
          <a:ext cx="772822" cy="77282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C4E339-8BC1-439D-AB62-7CEB651408A7}">
      <dsp:nvSpPr>
        <dsp:cNvPr id="0" name=""/>
        <dsp:cNvSpPr/>
      </dsp:nvSpPr>
      <dsp:spPr>
        <a:xfrm>
          <a:off x="706229" y="1351533"/>
          <a:ext cx="1717382" cy="18891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 dirty="0"/>
            <a:t>Veículos antigos (com mais de 20 anos de produção) não são os principais envolvidos em acidentes, porém apresentam taxas de fatalidade mais altas que os mais novos;</a:t>
          </a:r>
          <a:endParaRPr lang="en-US" sz="1400" kern="1200" dirty="0"/>
        </a:p>
      </dsp:txBody>
      <dsp:txXfrm>
        <a:off x="706229" y="1351533"/>
        <a:ext cx="1717382" cy="1889121"/>
      </dsp:txXfrm>
    </dsp:sp>
    <dsp:sp modelId="{86878409-941D-40B9-B185-514E405E2122}">
      <dsp:nvSpPr>
        <dsp:cNvPr id="0" name=""/>
        <dsp:cNvSpPr/>
      </dsp:nvSpPr>
      <dsp:spPr>
        <a:xfrm>
          <a:off x="3699352" y="136191"/>
          <a:ext cx="772822" cy="77282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4F61A7-195F-4D18-A11C-649D73BB8A4B}">
      <dsp:nvSpPr>
        <dsp:cNvPr id="0" name=""/>
        <dsp:cNvSpPr/>
      </dsp:nvSpPr>
      <dsp:spPr>
        <a:xfrm>
          <a:off x="3227072" y="1378963"/>
          <a:ext cx="1717382" cy="18891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kern="1200" dirty="0"/>
            <a:t>Falhas mecânicas, elétricas ou com demais avarias não impactam no número de acidentes;</a:t>
          </a:r>
          <a:endParaRPr lang="en-US" sz="1600" kern="1200" dirty="0"/>
        </a:p>
      </dsp:txBody>
      <dsp:txXfrm>
        <a:off x="3227072" y="1378963"/>
        <a:ext cx="1717382" cy="1889121"/>
      </dsp:txXfrm>
    </dsp:sp>
    <dsp:sp modelId="{B70CD4F5-992E-4FC4-ACD6-DC9F17FCBBB2}">
      <dsp:nvSpPr>
        <dsp:cNvPr id="0" name=""/>
        <dsp:cNvSpPr/>
      </dsp:nvSpPr>
      <dsp:spPr>
        <a:xfrm>
          <a:off x="5717277" y="136191"/>
          <a:ext cx="772822" cy="77282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CDC360-622B-44FA-BB10-3EE6E900F0A9}">
      <dsp:nvSpPr>
        <dsp:cNvPr id="0" name=""/>
        <dsp:cNvSpPr/>
      </dsp:nvSpPr>
      <dsp:spPr>
        <a:xfrm>
          <a:off x="5244997" y="1378963"/>
          <a:ext cx="1717382" cy="18891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kern="1200"/>
            <a:t>Falha humana é apontada como principal causadora de acidentes</a:t>
          </a:r>
          <a:endParaRPr lang="en-US" sz="1600" kern="1200"/>
        </a:p>
      </dsp:txBody>
      <dsp:txXfrm>
        <a:off x="5244997" y="1378963"/>
        <a:ext cx="1717382" cy="188912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1335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693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386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865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3172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4926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9901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8533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8977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138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1000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905404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3933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6920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6158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6753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576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78668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  <p:sldLayoutId id="2147483708" r:id="rId13"/>
    <p:sldLayoutId id="2147483709" r:id="rId14"/>
    <p:sldLayoutId id="2147483710" r:id="rId15"/>
    <p:sldLayoutId id="2147483711" r:id="rId16"/>
    <p:sldLayoutId id="2147483712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4322390-8B58-46BE-88EB-D9FD30C08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Tráfego em movimento desfocado">
            <a:extLst>
              <a:ext uri="{FF2B5EF4-FFF2-40B4-BE49-F238E27FC236}">
                <a16:creationId xmlns:a16="http://schemas.microsoft.com/office/drawing/2014/main" id="{5DEE38D7-C00A-A914-65F6-D400316642C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l="5335" r="5663" b="-1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6682" y="1957985"/>
            <a:ext cx="8110636" cy="861421"/>
          </a:xfrm>
        </p:spPr>
        <p:txBody>
          <a:bodyPr>
            <a:normAutofit fontScale="90000"/>
          </a:bodyPr>
          <a:lstStyle/>
          <a:p>
            <a:pPr algn="ctr"/>
            <a:r>
              <a:rPr lang="pt-BR" sz="4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Segurança Viária nas Rodovias Federais do Brasil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2378" y="4777380"/>
            <a:ext cx="6619243" cy="861420"/>
          </a:xfrm>
        </p:spPr>
        <p:txBody>
          <a:bodyPr>
            <a:noAutofit/>
          </a:bodyPr>
          <a:lstStyle/>
          <a:p>
            <a:pPr algn="ctr">
              <a:lnSpc>
                <a:spcPct val="90000"/>
              </a:lnSpc>
            </a:pPr>
            <a:r>
              <a:rPr lang="pt-BR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Análise baseada em Dados da Polícia Rodoviária Federal - PRF (DATATRAN)</a:t>
            </a:r>
          </a:p>
          <a:p>
            <a:pPr algn="ctr">
              <a:lnSpc>
                <a:spcPct val="90000"/>
              </a:lnSpc>
            </a:pPr>
            <a:r>
              <a:rPr lang="pt-BR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 </a:t>
            </a:r>
            <a:r>
              <a:rPr lang="pt-BR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SafeRoad</a:t>
            </a:r>
            <a:r>
              <a:rPr lang="pt-BR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2.0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885E190-58DD-42DD-A4A8-401E15C92A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56580" y="609601"/>
            <a:ext cx="3392475" cy="1641986"/>
          </a:xfrm>
        </p:spPr>
        <p:txBody>
          <a:bodyPr>
            <a:normAutofit/>
          </a:bodyPr>
          <a:lstStyle/>
          <a:p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Objetivo da Análise</a:t>
            </a:r>
          </a:p>
        </p:txBody>
      </p:sp>
      <p:pic>
        <p:nvPicPr>
          <p:cNvPr id="6" name="Picture 4" descr="Micro imagem borrada de um trânsito de rua">
            <a:extLst>
              <a:ext uri="{FF2B5EF4-FFF2-40B4-BE49-F238E27FC236}">
                <a16:creationId xmlns:a16="http://schemas.microsoft.com/office/drawing/2014/main" id="{BA59846B-97CA-5D98-7B1F-868D9FE7612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751" r="34760" b="-1"/>
          <a:stretch>
            <a:fillRect/>
          </a:stretch>
        </p:blipFill>
        <p:spPr>
          <a:xfrm>
            <a:off x="-1" y="10"/>
            <a:ext cx="4570804" cy="685799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56580" y="2438400"/>
            <a:ext cx="3913683" cy="380999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Identificar padrões críticos de acidentes nas rodovias federais;</a:t>
            </a:r>
          </a:p>
          <a:p>
            <a:pPr marL="0" indent="0">
              <a:lnSpc>
                <a:spcPct val="90000"/>
              </a:lnSpc>
              <a:buNone/>
            </a:pPr>
            <a:endParaRPr lang="pt-BR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Avaliar fatores associados à gravidade e fatalidade;</a:t>
            </a:r>
          </a:p>
          <a:p>
            <a:pPr marL="0" indent="0">
              <a:lnSpc>
                <a:spcPct val="90000"/>
              </a:lnSpc>
              <a:buNone/>
            </a:pPr>
            <a:endParaRPr lang="pt-BR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Apoiar decisões estratégicas para redução de acidentes e mortes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8">
            <a:extLst>
              <a:ext uri="{FF2B5EF4-FFF2-40B4-BE49-F238E27FC236}">
                <a16:creationId xmlns:a16="http://schemas.microsoft.com/office/drawing/2014/main" id="{4E78424C-6FD0-41F8-9CAA-5DC19C4235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4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891" y="1447800"/>
            <a:ext cx="2331469" cy="4572000"/>
          </a:xfrm>
        </p:spPr>
        <p:txBody>
          <a:bodyPr anchor="ctr">
            <a:normAutofit/>
          </a:bodyPr>
          <a:lstStyle/>
          <a:p>
            <a:r>
              <a:rPr lang="pt-BR" sz="2800">
                <a:solidFill>
                  <a:srgbClr val="F2F2F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Panorama Geral dos Acidentes</a:t>
            </a:r>
          </a:p>
        </p:txBody>
      </p:sp>
      <p:sp>
        <p:nvSpPr>
          <p:cNvPr id="18" name="Freeform: Shape 10">
            <a:extLst>
              <a:ext uri="{FF2B5EF4-FFF2-40B4-BE49-F238E27FC236}">
                <a16:creationId xmlns:a16="http://schemas.microsoft.com/office/drawing/2014/main" id="{DD136760-57DC-4301-8BEA-B71AD2D139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20982" y="0"/>
            <a:ext cx="6023018" cy="6858000"/>
          </a:xfrm>
          <a:custGeom>
            <a:avLst/>
            <a:gdLst>
              <a:gd name="connsiteX0" fmla="*/ 1176 w 8030690"/>
              <a:gd name="connsiteY0" fmla="*/ 0 h 6858000"/>
              <a:gd name="connsiteX1" fmla="*/ 1344715 w 8030690"/>
              <a:gd name="connsiteY1" fmla="*/ 0 h 6858000"/>
              <a:gd name="connsiteX2" fmla="*/ 1344715 w 8030690"/>
              <a:gd name="connsiteY2" fmla="*/ 0 h 6858000"/>
              <a:gd name="connsiteX3" fmla="*/ 8030690 w 8030690"/>
              <a:gd name="connsiteY3" fmla="*/ 0 h 6858000"/>
              <a:gd name="connsiteX4" fmla="*/ 8030690 w 8030690"/>
              <a:gd name="connsiteY4" fmla="*/ 6858000 h 6858000"/>
              <a:gd name="connsiteX5" fmla="*/ 477746 w 8030690"/>
              <a:gd name="connsiteY5" fmla="*/ 6858000 h 6858000"/>
              <a:gd name="connsiteX6" fmla="*/ 477746 w 8030690"/>
              <a:gd name="connsiteY6" fmla="*/ 6858000 h 6858000"/>
              <a:gd name="connsiteX7" fmla="*/ 0 w 8030690"/>
              <a:gd name="connsiteY7" fmla="*/ 6858000 h 6858000"/>
              <a:gd name="connsiteX8" fmla="*/ 5883 w 8030690"/>
              <a:gd name="connsiteY8" fmla="*/ 6817538 h 6858000"/>
              <a:gd name="connsiteX9" fmla="*/ 23196 w 8030690"/>
              <a:gd name="connsiteY9" fmla="*/ 6698894 h 6858000"/>
              <a:gd name="connsiteX10" fmla="*/ 35298 w 8030690"/>
              <a:gd name="connsiteY10" fmla="*/ 6612483 h 6858000"/>
              <a:gd name="connsiteX11" fmla="*/ 48073 w 8030690"/>
              <a:gd name="connsiteY11" fmla="*/ 6509613 h 6858000"/>
              <a:gd name="connsiteX12" fmla="*/ 63369 w 8030690"/>
              <a:gd name="connsiteY12" fmla="*/ 6387541 h 6858000"/>
              <a:gd name="connsiteX13" fmla="*/ 79506 w 8030690"/>
              <a:gd name="connsiteY13" fmla="*/ 6252438 h 6858000"/>
              <a:gd name="connsiteX14" fmla="*/ 96483 w 8030690"/>
              <a:gd name="connsiteY14" fmla="*/ 6100191 h 6858000"/>
              <a:gd name="connsiteX15" fmla="*/ 114468 w 8030690"/>
              <a:gd name="connsiteY15" fmla="*/ 5934227 h 6858000"/>
              <a:gd name="connsiteX16" fmla="*/ 132454 w 8030690"/>
              <a:gd name="connsiteY16" fmla="*/ 5753862 h 6858000"/>
              <a:gd name="connsiteX17" fmla="*/ 150775 w 8030690"/>
              <a:gd name="connsiteY17" fmla="*/ 5561838 h 6858000"/>
              <a:gd name="connsiteX18" fmla="*/ 167752 w 8030690"/>
              <a:gd name="connsiteY18" fmla="*/ 5354726 h 6858000"/>
              <a:gd name="connsiteX19" fmla="*/ 184057 w 8030690"/>
              <a:gd name="connsiteY19" fmla="*/ 5138013 h 6858000"/>
              <a:gd name="connsiteX20" fmla="*/ 198849 w 8030690"/>
              <a:gd name="connsiteY20" fmla="*/ 4908956 h 6858000"/>
              <a:gd name="connsiteX21" fmla="*/ 212968 w 8030690"/>
              <a:gd name="connsiteY21" fmla="*/ 4670298 h 6858000"/>
              <a:gd name="connsiteX22" fmla="*/ 226248 w 8030690"/>
              <a:gd name="connsiteY22" fmla="*/ 4421352 h 6858000"/>
              <a:gd name="connsiteX23" fmla="*/ 230954 w 8030690"/>
              <a:gd name="connsiteY23" fmla="*/ 4293793 h 6858000"/>
              <a:gd name="connsiteX24" fmla="*/ 236165 w 8030690"/>
              <a:gd name="connsiteY24" fmla="*/ 4163491 h 6858000"/>
              <a:gd name="connsiteX25" fmla="*/ 241039 w 8030690"/>
              <a:gd name="connsiteY25" fmla="*/ 4031132 h 6858000"/>
              <a:gd name="connsiteX26" fmla="*/ 244233 w 8030690"/>
              <a:gd name="connsiteY26" fmla="*/ 3898087 h 6858000"/>
              <a:gd name="connsiteX27" fmla="*/ 247091 w 8030690"/>
              <a:gd name="connsiteY27" fmla="*/ 3762298 h 6858000"/>
              <a:gd name="connsiteX28" fmla="*/ 250116 w 8030690"/>
              <a:gd name="connsiteY28" fmla="*/ 3625138 h 6858000"/>
              <a:gd name="connsiteX29" fmla="*/ 252133 w 8030690"/>
              <a:gd name="connsiteY29" fmla="*/ 3485235 h 6858000"/>
              <a:gd name="connsiteX30" fmla="*/ 252133 w 8030690"/>
              <a:gd name="connsiteY30" fmla="*/ 3343960 h 6858000"/>
              <a:gd name="connsiteX31" fmla="*/ 253142 w 8030690"/>
              <a:gd name="connsiteY31" fmla="*/ 3201314 h 6858000"/>
              <a:gd name="connsiteX32" fmla="*/ 252133 w 8030690"/>
              <a:gd name="connsiteY32" fmla="*/ 3057296 h 6858000"/>
              <a:gd name="connsiteX33" fmla="*/ 250116 w 8030690"/>
              <a:gd name="connsiteY33" fmla="*/ 2911221 h 6858000"/>
              <a:gd name="connsiteX34" fmla="*/ 248267 w 8030690"/>
              <a:gd name="connsiteY34" fmla="*/ 2765145 h 6858000"/>
              <a:gd name="connsiteX35" fmla="*/ 244233 w 8030690"/>
              <a:gd name="connsiteY35" fmla="*/ 2617013 h 6858000"/>
              <a:gd name="connsiteX36" fmla="*/ 240031 w 8030690"/>
              <a:gd name="connsiteY36" fmla="*/ 2467508 h 6858000"/>
              <a:gd name="connsiteX37" fmla="*/ 235156 w 8030690"/>
              <a:gd name="connsiteY37" fmla="*/ 2318004 h 6858000"/>
              <a:gd name="connsiteX38" fmla="*/ 228265 w 8030690"/>
              <a:gd name="connsiteY38" fmla="*/ 2167128 h 6858000"/>
              <a:gd name="connsiteX39" fmla="*/ 220028 w 8030690"/>
              <a:gd name="connsiteY39" fmla="*/ 2014880 h 6858000"/>
              <a:gd name="connsiteX40" fmla="*/ 212128 w 8030690"/>
              <a:gd name="connsiteY40" fmla="*/ 1861947 h 6858000"/>
              <a:gd name="connsiteX41" fmla="*/ 202043 w 8030690"/>
              <a:gd name="connsiteY41" fmla="*/ 1709013 h 6858000"/>
              <a:gd name="connsiteX42" fmla="*/ 189940 w 8030690"/>
              <a:gd name="connsiteY42" fmla="*/ 1554023 h 6858000"/>
              <a:gd name="connsiteX43" fmla="*/ 177838 w 8030690"/>
              <a:gd name="connsiteY43" fmla="*/ 1401089 h 6858000"/>
              <a:gd name="connsiteX44" fmla="*/ 163886 w 8030690"/>
              <a:gd name="connsiteY44" fmla="*/ 1245413 h 6858000"/>
              <a:gd name="connsiteX45" fmla="*/ 148590 w 8030690"/>
              <a:gd name="connsiteY45" fmla="*/ 1089050 h 6858000"/>
              <a:gd name="connsiteX46" fmla="*/ 132454 w 8030690"/>
              <a:gd name="connsiteY46" fmla="*/ 934745 h 6858000"/>
              <a:gd name="connsiteX47" fmla="*/ 113628 w 8030690"/>
              <a:gd name="connsiteY47" fmla="*/ 778383 h 6858000"/>
              <a:gd name="connsiteX48" fmla="*/ 93457 w 8030690"/>
              <a:gd name="connsiteY48" fmla="*/ 622706 h 6858000"/>
              <a:gd name="connsiteX49" fmla="*/ 73454 w 8030690"/>
              <a:gd name="connsiteY49" fmla="*/ 466344 h 6858000"/>
              <a:gd name="connsiteX50" fmla="*/ 50090 w 8030690"/>
              <a:gd name="connsiteY50" fmla="*/ 310667 h 6858000"/>
              <a:gd name="connsiteX51" fmla="*/ 26222 w 8030690"/>
              <a:gd name="connsiteY51" fmla="*/ 15567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8030690" h="6858000">
                <a:moveTo>
                  <a:pt x="1176" y="0"/>
                </a:moveTo>
                <a:lnTo>
                  <a:pt x="1344715" y="0"/>
                </a:lnTo>
                <a:lnTo>
                  <a:pt x="1344715" y="0"/>
                </a:lnTo>
                <a:lnTo>
                  <a:pt x="8030690" y="0"/>
                </a:lnTo>
                <a:lnTo>
                  <a:pt x="8030690" y="6858000"/>
                </a:lnTo>
                <a:lnTo>
                  <a:pt x="477746" y="6858000"/>
                </a:lnTo>
                <a:lnTo>
                  <a:pt x="477746" y="6858000"/>
                </a:lnTo>
                <a:lnTo>
                  <a:pt x="0" y="6858000"/>
                </a:lnTo>
                <a:lnTo>
                  <a:pt x="5883" y="6817538"/>
                </a:lnTo>
                <a:lnTo>
                  <a:pt x="23196" y="6698894"/>
                </a:lnTo>
                <a:lnTo>
                  <a:pt x="35298" y="6612483"/>
                </a:lnTo>
                <a:lnTo>
                  <a:pt x="48073" y="6509613"/>
                </a:lnTo>
                <a:lnTo>
                  <a:pt x="63369" y="6387541"/>
                </a:lnTo>
                <a:lnTo>
                  <a:pt x="79506" y="6252438"/>
                </a:lnTo>
                <a:lnTo>
                  <a:pt x="96483" y="6100191"/>
                </a:lnTo>
                <a:lnTo>
                  <a:pt x="114468" y="5934227"/>
                </a:lnTo>
                <a:lnTo>
                  <a:pt x="132454" y="5753862"/>
                </a:lnTo>
                <a:lnTo>
                  <a:pt x="150775" y="5561838"/>
                </a:lnTo>
                <a:lnTo>
                  <a:pt x="167752" y="5354726"/>
                </a:lnTo>
                <a:lnTo>
                  <a:pt x="184057" y="5138013"/>
                </a:lnTo>
                <a:lnTo>
                  <a:pt x="198849" y="4908956"/>
                </a:lnTo>
                <a:lnTo>
                  <a:pt x="212968" y="4670298"/>
                </a:lnTo>
                <a:lnTo>
                  <a:pt x="226248" y="4421352"/>
                </a:lnTo>
                <a:lnTo>
                  <a:pt x="230954" y="4293793"/>
                </a:lnTo>
                <a:lnTo>
                  <a:pt x="236165" y="4163491"/>
                </a:lnTo>
                <a:lnTo>
                  <a:pt x="241039" y="4031132"/>
                </a:lnTo>
                <a:lnTo>
                  <a:pt x="244233" y="3898087"/>
                </a:lnTo>
                <a:lnTo>
                  <a:pt x="247091" y="3762298"/>
                </a:lnTo>
                <a:lnTo>
                  <a:pt x="250116" y="3625138"/>
                </a:lnTo>
                <a:lnTo>
                  <a:pt x="252133" y="3485235"/>
                </a:lnTo>
                <a:lnTo>
                  <a:pt x="252133" y="3343960"/>
                </a:lnTo>
                <a:lnTo>
                  <a:pt x="253142" y="3201314"/>
                </a:lnTo>
                <a:lnTo>
                  <a:pt x="252133" y="3057296"/>
                </a:lnTo>
                <a:lnTo>
                  <a:pt x="250116" y="2911221"/>
                </a:lnTo>
                <a:lnTo>
                  <a:pt x="248267" y="2765145"/>
                </a:lnTo>
                <a:lnTo>
                  <a:pt x="244233" y="2617013"/>
                </a:lnTo>
                <a:lnTo>
                  <a:pt x="240031" y="2467508"/>
                </a:lnTo>
                <a:lnTo>
                  <a:pt x="235156" y="2318004"/>
                </a:lnTo>
                <a:lnTo>
                  <a:pt x="228265" y="2167128"/>
                </a:lnTo>
                <a:lnTo>
                  <a:pt x="220028" y="2014880"/>
                </a:lnTo>
                <a:lnTo>
                  <a:pt x="212128" y="1861947"/>
                </a:lnTo>
                <a:lnTo>
                  <a:pt x="202043" y="1709013"/>
                </a:lnTo>
                <a:lnTo>
                  <a:pt x="189940" y="1554023"/>
                </a:lnTo>
                <a:lnTo>
                  <a:pt x="177838" y="1401089"/>
                </a:lnTo>
                <a:lnTo>
                  <a:pt x="163886" y="1245413"/>
                </a:lnTo>
                <a:lnTo>
                  <a:pt x="148590" y="1089050"/>
                </a:lnTo>
                <a:lnTo>
                  <a:pt x="132454" y="934745"/>
                </a:lnTo>
                <a:lnTo>
                  <a:pt x="113628" y="778383"/>
                </a:lnTo>
                <a:lnTo>
                  <a:pt x="93457" y="622706"/>
                </a:lnTo>
                <a:lnTo>
                  <a:pt x="73454" y="466344"/>
                </a:lnTo>
                <a:lnTo>
                  <a:pt x="50090" y="310667"/>
                </a:lnTo>
                <a:lnTo>
                  <a:pt x="26222" y="15567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Freeform 11">
            <a:extLst>
              <a:ext uri="{FF2B5EF4-FFF2-40B4-BE49-F238E27FC236}">
                <a16:creationId xmlns:a16="http://schemas.microsoft.com/office/drawing/2014/main" id="{BDC58DEA-1307-4F44-AD47-E613D8B76A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61082" y="-1"/>
            <a:ext cx="419604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4">
            <a:extLst>
              <a:ext uri="{FF2B5EF4-FFF2-40B4-BE49-F238E27FC236}">
                <a16:creationId xmlns:a16="http://schemas.microsoft.com/office/drawing/2014/main" id="{C99B912D-1E4B-42AF-A2BE-CFEFEC916E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6AD02389-C8A2-D5F7-E810-E449E020B85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1457386"/>
              </p:ext>
            </p:extLst>
          </p:nvPr>
        </p:nvGraphicFramePr>
        <p:xfrm>
          <a:off x="3786187" y="1447800"/>
          <a:ext cx="4872038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747F1B4-B831-4277-8AB0-32767F7EB7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7">
            <a:extLst>
              <a:ext uri="{FF2B5EF4-FFF2-40B4-BE49-F238E27FC236}">
                <a16:creationId xmlns:a16="http://schemas.microsoft.com/office/drawing/2014/main" id="{D80CFA21-AB7C-4BEB-9BFF-05764FBBF3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39954" y="1460230"/>
            <a:ext cx="2604045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697" y="629267"/>
            <a:ext cx="6939116" cy="101665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pt-BR" sz="3600">
                <a:solidFill>
                  <a:srgbClr val="EBEBE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Distribuição Regional dos Acidentes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2F7E335-851A-4CAE-B09F-E657819D46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0B541F0-7F6E-402E-84D8-CF96EACA5F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762067"/>
            <a:ext cx="9144312" cy="5095933"/>
          </a:xfrm>
          <a:custGeom>
            <a:avLst/>
            <a:gdLst>
              <a:gd name="connsiteX0" fmla="*/ 1 w 12192418"/>
              <a:gd name="connsiteY0" fmla="*/ 0 h 5095933"/>
              <a:gd name="connsiteX1" fmla="*/ 71932 w 12192418"/>
              <a:gd name="connsiteY1" fmla="*/ 12261 h 5095933"/>
              <a:gd name="connsiteX2" fmla="*/ 282849 w 12192418"/>
              <a:gd name="connsiteY2" fmla="*/ 48343 h 5095933"/>
              <a:gd name="connsiteX3" fmla="*/ 436464 w 12192418"/>
              <a:gd name="connsiteY3" fmla="*/ 73565 h 5095933"/>
              <a:gd name="connsiteX4" fmla="*/ 619339 w 12192418"/>
              <a:gd name="connsiteY4" fmla="*/ 100188 h 5095933"/>
              <a:gd name="connsiteX5" fmla="*/ 836351 w 12192418"/>
              <a:gd name="connsiteY5" fmla="*/ 132066 h 5095933"/>
              <a:gd name="connsiteX6" fmla="*/ 1076528 w 12192418"/>
              <a:gd name="connsiteY6" fmla="*/ 165696 h 5095933"/>
              <a:gd name="connsiteX7" fmla="*/ 1347184 w 12192418"/>
              <a:gd name="connsiteY7" fmla="*/ 201077 h 5095933"/>
              <a:gd name="connsiteX8" fmla="*/ 1642223 w 12192418"/>
              <a:gd name="connsiteY8" fmla="*/ 238560 h 5095933"/>
              <a:gd name="connsiteX9" fmla="*/ 1962864 w 12192418"/>
              <a:gd name="connsiteY9" fmla="*/ 276043 h 5095933"/>
              <a:gd name="connsiteX10" fmla="*/ 2304232 w 12192418"/>
              <a:gd name="connsiteY10" fmla="*/ 314227 h 5095933"/>
              <a:gd name="connsiteX11" fmla="*/ 2672421 w 12192418"/>
              <a:gd name="connsiteY11" fmla="*/ 349608 h 5095933"/>
              <a:gd name="connsiteX12" fmla="*/ 3057678 w 12192418"/>
              <a:gd name="connsiteY12" fmla="*/ 383588 h 5095933"/>
              <a:gd name="connsiteX13" fmla="*/ 3464881 w 12192418"/>
              <a:gd name="connsiteY13" fmla="*/ 414415 h 5095933"/>
              <a:gd name="connsiteX14" fmla="*/ 3889152 w 12192418"/>
              <a:gd name="connsiteY14" fmla="*/ 443841 h 5095933"/>
              <a:gd name="connsiteX15" fmla="*/ 4331710 w 12192418"/>
              <a:gd name="connsiteY15" fmla="*/ 471515 h 5095933"/>
              <a:gd name="connsiteX16" fmla="*/ 4558476 w 12192418"/>
              <a:gd name="connsiteY16" fmla="*/ 481324 h 5095933"/>
              <a:gd name="connsiteX17" fmla="*/ 4790118 w 12192418"/>
              <a:gd name="connsiteY17" fmla="*/ 492183 h 5095933"/>
              <a:gd name="connsiteX18" fmla="*/ 5025418 w 12192418"/>
              <a:gd name="connsiteY18" fmla="*/ 502342 h 5095933"/>
              <a:gd name="connsiteX19" fmla="*/ 5261937 w 12192418"/>
              <a:gd name="connsiteY19" fmla="*/ 508998 h 5095933"/>
              <a:gd name="connsiteX20" fmla="*/ 5503332 w 12192418"/>
              <a:gd name="connsiteY20" fmla="*/ 514953 h 5095933"/>
              <a:gd name="connsiteX21" fmla="*/ 5747167 w 12192418"/>
              <a:gd name="connsiteY21" fmla="*/ 521259 h 5095933"/>
              <a:gd name="connsiteX22" fmla="*/ 5995877 w 12192418"/>
              <a:gd name="connsiteY22" fmla="*/ 525463 h 5095933"/>
              <a:gd name="connsiteX23" fmla="*/ 6247026 w 12192418"/>
              <a:gd name="connsiteY23" fmla="*/ 525463 h 5095933"/>
              <a:gd name="connsiteX24" fmla="*/ 6500613 w 12192418"/>
              <a:gd name="connsiteY24" fmla="*/ 527565 h 5095933"/>
              <a:gd name="connsiteX25" fmla="*/ 6756639 w 12192418"/>
              <a:gd name="connsiteY25" fmla="*/ 525463 h 5095933"/>
              <a:gd name="connsiteX26" fmla="*/ 7016322 w 12192418"/>
              <a:gd name="connsiteY26" fmla="*/ 521259 h 5095933"/>
              <a:gd name="connsiteX27" fmla="*/ 7276005 w 12192418"/>
              <a:gd name="connsiteY27" fmla="*/ 517406 h 5095933"/>
              <a:gd name="connsiteX28" fmla="*/ 7539345 w 12192418"/>
              <a:gd name="connsiteY28" fmla="*/ 508998 h 5095933"/>
              <a:gd name="connsiteX29" fmla="*/ 7805124 w 12192418"/>
              <a:gd name="connsiteY29" fmla="*/ 500241 h 5095933"/>
              <a:gd name="connsiteX30" fmla="*/ 8070903 w 12192418"/>
              <a:gd name="connsiteY30" fmla="*/ 490082 h 5095933"/>
              <a:gd name="connsiteX31" fmla="*/ 8339121 w 12192418"/>
              <a:gd name="connsiteY31" fmla="*/ 475719 h 5095933"/>
              <a:gd name="connsiteX32" fmla="*/ 8609776 w 12192418"/>
              <a:gd name="connsiteY32" fmla="*/ 458554 h 5095933"/>
              <a:gd name="connsiteX33" fmla="*/ 8881651 w 12192418"/>
              <a:gd name="connsiteY33" fmla="*/ 442089 h 5095933"/>
              <a:gd name="connsiteX34" fmla="*/ 9153526 w 12192418"/>
              <a:gd name="connsiteY34" fmla="*/ 421071 h 5095933"/>
              <a:gd name="connsiteX35" fmla="*/ 9429058 w 12192418"/>
              <a:gd name="connsiteY35" fmla="*/ 395849 h 5095933"/>
              <a:gd name="connsiteX36" fmla="*/ 9700933 w 12192418"/>
              <a:gd name="connsiteY36" fmla="*/ 370626 h 5095933"/>
              <a:gd name="connsiteX37" fmla="*/ 9977684 w 12192418"/>
              <a:gd name="connsiteY37" fmla="*/ 341551 h 5095933"/>
              <a:gd name="connsiteX38" fmla="*/ 10255655 w 12192418"/>
              <a:gd name="connsiteY38" fmla="*/ 309673 h 5095933"/>
              <a:gd name="connsiteX39" fmla="*/ 10529968 w 12192418"/>
              <a:gd name="connsiteY39" fmla="*/ 276043 h 5095933"/>
              <a:gd name="connsiteX40" fmla="*/ 10807939 w 12192418"/>
              <a:gd name="connsiteY40" fmla="*/ 236809 h 5095933"/>
              <a:gd name="connsiteX41" fmla="*/ 11084690 w 12192418"/>
              <a:gd name="connsiteY41" fmla="*/ 194772 h 5095933"/>
              <a:gd name="connsiteX42" fmla="*/ 11362661 w 12192418"/>
              <a:gd name="connsiteY42" fmla="*/ 153085 h 5095933"/>
              <a:gd name="connsiteX43" fmla="*/ 11639412 w 12192418"/>
              <a:gd name="connsiteY43" fmla="*/ 104392 h 5095933"/>
              <a:gd name="connsiteX44" fmla="*/ 11914945 w 12192418"/>
              <a:gd name="connsiteY44" fmla="*/ 54648 h 5095933"/>
              <a:gd name="connsiteX45" fmla="*/ 12191696 w 12192418"/>
              <a:gd name="connsiteY45" fmla="*/ 2452 h 5095933"/>
              <a:gd name="connsiteX46" fmla="*/ 12191696 w 12192418"/>
              <a:gd name="connsiteY46" fmla="*/ 2109542 h 5095933"/>
              <a:gd name="connsiteX47" fmla="*/ 12191999 w 12192418"/>
              <a:gd name="connsiteY47" fmla="*/ 2109542 h 5095933"/>
              <a:gd name="connsiteX48" fmla="*/ 12191999 w 12192418"/>
              <a:gd name="connsiteY48" fmla="*/ 2802467 h 5095933"/>
              <a:gd name="connsiteX49" fmla="*/ 12192418 w 12192418"/>
              <a:gd name="connsiteY49" fmla="*/ 2802467 h 5095933"/>
              <a:gd name="connsiteX50" fmla="*/ 12192418 w 12192418"/>
              <a:gd name="connsiteY50" fmla="*/ 5095933 h 5095933"/>
              <a:gd name="connsiteX51" fmla="*/ 1 w 12192418"/>
              <a:gd name="connsiteY51" fmla="*/ 5095933 h 5095933"/>
              <a:gd name="connsiteX52" fmla="*/ 1 w 12192418"/>
              <a:gd name="connsiteY52" fmla="*/ 4074529 h 5095933"/>
              <a:gd name="connsiteX53" fmla="*/ 0 w 12192418"/>
              <a:gd name="connsiteY53" fmla="*/ 4074529 h 5095933"/>
              <a:gd name="connsiteX54" fmla="*/ 0 w 12192418"/>
              <a:gd name="connsiteY54" fmla="*/ 2109542 h 5095933"/>
              <a:gd name="connsiteX55" fmla="*/ 1 w 12192418"/>
              <a:gd name="connsiteY55" fmla="*/ 2109542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2192418" h="5095933">
                <a:moveTo>
                  <a:pt x="1" y="0"/>
                </a:moveTo>
                <a:lnTo>
                  <a:pt x="71932" y="12261"/>
                </a:lnTo>
                <a:lnTo>
                  <a:pt x="282849" y="48343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4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7"/>
                </a:lnTo>
                <a:lnTo>
                  <a:pt x="2672421" y="349608"/>
                </a:lnTo>
                <a:lnTo>
                  <a:pt x="3057678" y="383588"/>
                </a:lnTo>
                <a:lnTo>
                  <a:pt x="3464881" y="414415"/>
                </a:lnTo>
                <a:lnTo>
                  <a:pt x="3889152" y="443841"/>
                </a:lnTo>
                <a:lnTo>
                  <a:pt x="4331710" y="471515"/>
                </a:lnTo>
                <a:lnTo>
                  <a:pt x="4558476" y="481324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7" y="521259"/>
                </a:lnTo>
                <a:lnTo>
                  <a:pt x="5995877" y="525463"/>
                </a:lnTo>
                <a:lnTo>
                  <a:pt x="6247026" y="525463"/>
                </a:lnTo>
                <a:lnTo>
                  <a:pt x="6500613" y="527565"/>
                </a:lnTo>
                <a:lnTo>
                  <a:pt x="6756639" y="525463"/>
                </a:lnTo>
                <a:lnTo>
                  <a:pt x="7016322" y="521259"/>
                </a:lnTo>
                <a:lnTo>
                  <a:pt x="7276005" y="517406"/>
                </a:lnTo>
                <a:lnTo>
                  <a:pt x="7539345" y="508998"/>
                </a:lnTo>
                <a:lnTo>
                  <a:pt x="7805124" y="500241"/>
                </a:lnTo>
                <a:lnTo>
                  <a:pt x="8070903" y="490082"/>
                </a:lnTo>
                <a:lnTo>
                  <a:pt x="8339121" y="475719"/>
                </a:lnTo>
                <a:lnTo>
                  <a:pt x="8609776" y="458554"/>
                </a:lnTo>
                <a:lnTo>
                  <a:pt x="8881651" y="442089"/>
                </a:lnTo>
                <a:lnTo>
                  <a:pt x="9153526" y="421071"/>
                </a:lnTo>
                <a:lnTo>
                  <a:pt x="9429058" y="395849"/>
                </a:lnTo>
                <a:lnTo>
                  <a:pt x="9700933" y="370626"/>
                </a:lnTo>
                <a:lnTo>
                  <a:pt x="9977684" y="341551"/>
                </a:lnTo>
                <a:lnTo>
                  <a:pt x="10255655" y="309673"/>
                </a:lnTo>
                <a:lnTo>
                  <a:pt x="10529968" y="276043"/>
                </a:lnTo>
                <a:lnTo>
                  <a:pt x="10807939" y="236809"/>
                </a:lnTo>
                <a:lnTo>
                  <a:pt x="11084690" y="194772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109542"/>
                </a:lnTo>
                <a:lnTo>
                  <a:pt x="12191999" y="2109542"/>
                </a:lnTo>
                <a:lnTo>
                  <a:pt x="12191999" y="2802467"/>
                </a:lnTo>
                <a:lnTo>
                  <a:pt x="12192418" y="2802467"/>
                </a:lnTo>
                <a:lnTo>
                  <a:pt x="12192418" y="5095933"/>
                </a:lnTo>
                <a:lnTo>
                  <a:pt x="1" y="5095933"/>
                </a:lnTo>
                <a:lnTo>
                  <a:pt x="1" y="4074529"/>
                </a:lnTo>
                <a:lnTo>
                  <a:pt x="0" y="4074529"/>
                </a:lnTo>
                <a:lnTo>
                  <a:pt x="0" y="2109542"/>
                </a:lnTo>
                <a:lnTo>
                  <a:pt x="1" y="210954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50BBF2F8-ABDD-D614-0CDC-F936FE31A87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1818009"/>
              </p:ext>
            </p:extLst>
          </p:nvPr>
        </p:nvGraphicFramePr>
        <p:xfrm>
          <a:off x="486697" y="2810256"/>
          <a:ext cx="8171528" cy="34042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3700" y="1068178"/>
            <a:ext cx="4160571" cy="1641986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pt-BR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Principais Causas dos Acidentes</a:t>
            </a:r>
          </a:p>
        </p:txBody>
      </p:sp>
      <p:pic>
        <p:nvPicPr>
          <p:cNvPr id="5" name="Picture 4" descr="Velocímetro">
            <a:extLst>
              <a:ext uri="{FF2B5EF4-FFF2-40B4-BE49-F238E27FC236}">
                <a16:creationId xmlns:a16="http://schemas.microsoft.com/office/drawing/2014/main" id="{67BE942C-A3D0-784F-FD22-4B7EA97DE45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382" r="29129"/>
          <a:stretch>
            <a:fillRect/>
          </a:stretch>
        </p:blipFill>
        <p:spPr>
          <a:xfrm>
            <a:off x="-1" y="10"/>
            <a:ext cx="4570804" cy="685799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73116" y="2862072"/>
            <a:ext cx="4087419" cy="3624071"/>
          </a:xfrm>
        </p:spPr>
        <p:txBody>
          <a:bodyPr>
            <a:normAutofit/>
          </a:bodyPr>
          <a:lstStyle/>
          <a:p>
            <a:pPr algn="just">
              <a:lnSpc>
                <a:spcPct val="90000"/>
              </a:lnSpc>
            </a:pPr>
            <a:r>
              <a:rPr lang="pt-BR" sz="1300" dirty="0">
                <a:latin typeface="Arial" panose="020B0604020202020204" pitchFamily="34" charset="0"/>
                <a:cs typeface="Arial" panose="020B0604020202020204" pitchFamily="34" charset="0"/>
              </a:rPr>
              <a:t>Reação tardia ou ineficiente do condutor, Velocidade incompatível com a via, Falta de atenção à condução e manobras indevidas são algumas das principais causas de acidentes no Brasil;</a:t>
            </a:r>
          </a:p>
          <a:p>
            <a:pPr algn="just">
              <a:lnSpc>
                <a:spcPct val="90000"/>
              </a:lnSpc>
            </a:pPr>
            <a:endParaRPr lang="pt-BR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90000"/>
              </a:lnSpc>
            </a:pPr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Os dados indicam falhas recorrentes de condução defensiva, sugerindo a necessidade de ações educativas e preventivas mais eficazes.</a:t>
            </a:r>
            <a:endParaRPr lang="pt-BR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56580" y="1177906"/>
            <a:ext cx="3767379" cy="1641986"/>
          </a:xfrm>
        </p:spPr>
        <p:txBody>
          <a:bodyPr>
            <a:normAutofit/>
          </a:bodyPr>
          <a:lstStyle/>
          <a:p>
            <a:pPr algn="ctr">
              <a:lnSpc>
                <a:spcPct val="90000"/>
              </a:lnSpc>
            </a:pPr>
            <a:r>
              <a:rPr lang="pt-BR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Tipo de Acidente e Veículos Envolvidos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F22519-4D67-519A-945B-1B5E5A38B1D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785" r="34725"/>
          <a:stretch>
            <a:fillRect/>
          </a:stretch>
        </p:blipFill>
        <p:spPr>
          <a:xfrm>
            <a:off x="-1" y="10"/>
            <a:ext cx="4570804" cy="685799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4024" y="2749296"/>
            <a:ext cx="4270247" cy="380999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pt-BR" sz="1800" dirty="0">
                <a:latin typeface="Arial" panose="020B0604020202020204" pitchFamily="34" charset="0"/>
                <a:cs typeface="Arial" panose="020B0604020202020204" pitchFamily="34" charset="0"/>
              </a:rPr>
              <a:t>Saídas de leito carroçável e tombamentos apresentam maior frequência de acidentes;</a:t>
            </a:r>
          </a:p>
          <a:p>
            <a:pPr marL="0" indent="0">
              <a:lnSpc>
                <a:spcPct val="90000"/>
              </a:lnSpc>
              <a:buNone/>
            </a:pPr>
            <a:endParaRPr lang="pt-BR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r>
              <a:rPr lang="pt-BR" sz="1800" dirty="0">
                <a:latin typeface="Arial" panose="020B0604020202020204" pitchFamily="34" charset="0"/>
                <a:cs typeface="Arial" panose="020B0604020202020204" pitchFamily="34" charset="0"/>
              </a:rPr>
              <a:t>Carros de passeio, Motos e Trator apresentam maior participação em acidentes rodoviários;</a:t>
            </a:r>
          </a:p>
          <a:p>
            <a:pPr marL="0" indent="0">
              <a:lnSpc>
                <a:spcPct val="90000"/>
              </a:lnSpc>
              <a:buNone/>
            </a:pPr>
            <a:endParaRPr lang="pt-BR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r>
              <a:rPr lang="pt-BR" sz="1800" dirty="0">
                <a:latin typeface="Arial" panose="020B0604020202020204" pitchFamily="34" charset="0"/>
                <a:cs typeface="Arial" panose="020B0604020202020204" pitchFamily="34" charset="0"/>
              </a:rPr>
              <a:t>Foco deve ir além do volume total de acidentes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6208" y="784714"/>
            <a:ext cx="5687166" cy="1641986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Clima e Risco de Fatalidade</a:t>
            </a:r>
          </a:p>
        </p:txBody>
      </p:sp>
      <p:pic>
        <p:nvPicPr>
          <p:cNvPr id="7" name="Picture 4" descr="Um tornado em formação">
            <a:extLst>
              <a:ext uri="{FF2B5EF4-FFF2-40B4-BE49-F238E27FC236}">
                <a16:creationId xmlns:a16="http://schemas.microsoft.com/office/drawing/2014/main" id="{51D39D7C-28B6-CF59-5F16-9F25154736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0848" r="46292" b="-1"/>
          <a:stretch>
            <a:fillRect/>
          </a:stretch>
        </p:blipFill>
        <p:spPr>
          <a:xfrm>
            <a:off x="20" y="10"/>
            <a:ext cx="3044191" cy="685799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52220" y="2584704"/>
            <a:ext cx="5495142" cy="3809999"/>
          </a:xfrm>
        </p:spPr>
        <p:txBody>
          <a:bodyPr>
            <a:normAutofit/>
          </a:bodyPr>
          <a:lstStyle/>
          <a:p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Maioria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dos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acidentes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ocorre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em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céu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claro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pPr marL="0" indent="0">
              <a:buNone/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Taxa de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fatalidade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aumenta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em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chuva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e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neblina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pPr marL="0" indent="0">
              <a:buNone/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Condições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adversas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elevam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risco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proporcionalmente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2447" y="196686"/>
            <a:ext cx="7055380" cy="1400530"/>
          </a:xfrm>
        </p:spPr>
        <p:txBody>
          <a:bodyPr/>
          <a:lstStyle/>
          <a:p>
            <a:pPr algn="ctr"/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Comportamento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Tempora</a:t>
            </a: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 dos Acidentes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6173" y="2425494"/>
            <a:ext cx="6711654" cy="3214019"/>
          </a:xfrm>
        </p:spPr>
        <p:txBody>
          <a:bodyPr>
            <a:noAutofit/>
          </a:bodyPr>
          <a:lstStyle/>
          <a:p>
            <a:pPr algn="just"/>
            <a:r>
              <a:rPr lang="pt-BR" sz="1700" dirty="0">
                <a:latin typeface="Arial" panose="020B0604020202020204" pitchFamily="34" charset="0"/>
                <a:cs typeface="Arial" panose="020B0604020202020204" pitchFamily="34" charset="0"/>
              </a:rPr>
              <a:t>Os acidentes apresentam maior pico em dias de fim de semana (sexta feira, sábado e domingo), queda às segundas feiras e estabilidade entre terça feira e quinta feira;</a:t>
            </a:r>
          </a:p>
          <a:p>
            <a:pPr marL="0" indent="0" algn="just">
              <a:buNone/>
            </a:pPr>
            <a:endParaRPr sz="1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sz="1700" dirty="0">
                <a:latin typeface="Arial" panose="020B0604020202020204" pitchFamily="34" charset="0"/>
                <a:cs typeface="Arial" panose="020B0604020202020204" pitchFamily="34" charset="0"/>
              </a:rPr>
              <a:t>Outro ponto chave é o horário em que ocorrem os acidentes: entre o fim da tarde e o anoitecer (17h-20h) ocorre um aumento significativo no número dos acidentes;</a:t>
            </a:r>
          </a:p>
          <a:p>
            <a:pPr algn="just"/>
            <a:endParaRPr lang="pt-BR" sz="1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sz="1700" dirty="0">
                <a:latin typeface="Arial" panose="020B0604020202020204" pitchFamily="34" charset="0"/>
                <a:cs typeface="Arial" panose="020B0604020202020204" pitchFamily="34" charset="0"/>
              </a:rPr>
              <a:t>O segundo semestre dos anos apresentam maior registro de acidentes, com maior pico em Outubro;</a:t>
            </a:r>
          </a:p>
          <a:p>
            <a:pPr algn="just"/>
            <a:endParaRPr lang="pt-BR" sz="1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endParaRPr sz="1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D9B8FD4-CDEB-4EB4-B4DE-C89E119389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36">
            <a:extLst>
              <a:ext uri="{FF2B5EF4-FFF2-40B4-BE49-F238E27FC236}">
                <a16:creationId xmlns:a16="http://schemas.microsoft.com/office/drawing/2014/main" id="{5A2E3D1D-9E9F-4739-BA14-D4D7FA9FBD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483477" y="0"/>
            <a:ext cx="419604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FFB365B-E9DC-4859-B8AB-CB83EEBE4E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3743184" cy="6858001"/>
          </a:xfrm>
          <a:custGeom>
            <a:avLst/>
            <a:gdLst>
              <a:gd name="connsiteX0" fmla="*/ 3646196 w 4990911"/>
              <a:gd name="connsiteY0" fmla="*/ 0 h 6858001"/>
              <a:gd name="connsiteX1" fmla="*/ 4989734 w 4990911"/>
              <a:gd name="connsiteY1" fmla="*/ 0 h 6858001"/>
              <a:gd name="connsiteX2" fmla="*/ 4964689 w 4990911"/>
              <a:gd name="connsiteY2" fmla="*/ 155677 h 6858001"/>
              <a:gd name="connsiteX3" fmla="*/ 4940820 w 4990911"/>
              <a:gd name="connsiteY3" fmla="*/ 310668 h 6858001"/>
              <a:gd name="connsiteX4" fmla="*/ 4917456 w 4990911"/>
              <a:gd name="connsiteY4" fmla="*/ 466344 h 6858001"/>
              <a:gd name="connsiteX5" fmla="*/ 4897453 w 4990911"/>
              <a:gd name="connsiteY5" fmla="*/ 622707 h 6858001"/>
              <a:gd name="connsiteX6" fmla="*/ 4877282 w 4990911"/>
              <a:gd name="connsiteY6" fmla="*/ 778383 h 6858001"/>
              <a:gd name="connsiteX7" fmla="*/ 4858456 w 4990911"/>
              <a:gd name="connsiteY7" fmla="*/ 934746 h 6858001"/>
              <a:gd name="connsiteX8" fmla="*/ 4842320 w 4990911"/>
              <a:gd name="connsiteY8" fmla="*/ 1089051 h 6858001"/>
              <a:gd name="connsiteX9" fmla="*/ 4827024 w 4990911"/>
              <a:gd name="connsiteY9" fmla="*/ 1245413 h 6858001"/>
              <a:gd name="connsiteX10" fmla="*/ 4813072 w 4990911"/>
              <a:gd name="connsiteY10" fmla="*/ 1401090 h 6858001"/>
              <a:gd name="connsiteX11" fmla="*/ 4800970 w 4990911"/>
              <a:gd name="connsiteY11" fmla="*/ 1554023 h 6858001"/>
              <a:gd name="connsiteX12" fmla="*/ 4788867 w 4990911"/>
              <a:gd name="connsiteY12" fmla="*/ 1709014 h 6858001"/>
              <a:gd name="connsiteX13" fmla="*/ 4778782 w 4990911"/>
              <a:gd name="connsiteY13" fmla="*/ 1861947 h 6858001"/>
              <a:gd name="connsiteX14" fmla="*/ 4770882 w 4990911"/>
              <a:gd name="connsiteY14" fmla="*/ 2014881 h 6858001"/>
              <a:gd name="connsiteX15" fmla="*/ 4762645 w 4990911"/>
              <a:gd name="connsiteY15" fmla="*/ 2167128 h 6858001"/>
              <a:gd name="connsiteX16" fmla="*/ 4755754 w 4990911"/>
              <a:gd name="connsiteY16" fmla="*/ 2318004 h 6858001"/>
              <a:gd name="connsiteX17" fmla="*/ 4750879 w 4990911"/>
              <a:gd name="connsiteY17" fmla="*/ 2467509 h 6858001"/>
              <a:gd name="connsiteX18" fmla="*/ 4746677 w 4990911"/>
              <a:gd name="connsiteY18" fmla="*/ 2617013 h 6858001"/>
              <a:gd name="connsiteX19" fmla="*/ 4742643 w 4990911"/>
              <a:gd name="connsiteY19" fmla="*/ 2765146 h 6858001"/>
              <a:gd name="connsiteX20" fmla="*/ 4740794 w 4990911"/>
              <a:gd name="connsiteY20" fmla="*/ 2911221 h 6858001"/>
              <a:gd name="connsiteX21" fmla="*/ 4738777 w 4990911"/>
              <a:gd name="connsiteY21" fmla="*/ 3057297 h 6858001"/>
              <a:gd name="connsiteX22" fmla="*/ 4737768 w 4990911"/>
              <a:gd name="connsiteY22" fmla="*/ 3201315 h 6858001"/>
              <a:gd name="connsiteX23" fmla="*/ 4738777 w 4990911"/>
              <a:gd name="connsiteY23" fmla="*/ 3343961 h 6858001"/>
              <a:gd name="connsiteX24" fmla="*/ 4738777 w 4990911"/>
              <a:gd name="connsiteY24" fmla="*/ 3485236 h 6858001"/>
              <a:gd name="connsiteX25" fmla="*/ 4740794 w 4990911"/>
              <a:gd name="connsiteY25" fmla="*/ 3625139 h 6858001"/>
              <a:gd name="connsiteX26" fmla="*/ 4743819 w 4990911"/>
              <a:gd name="connsiteY26" fmla="*/ 3762299 h 6858001"/>
              <a:gd name="connsiteX27" fmla="*/ 4746677 w 4990911"/>
              <a:gd name="connsiteY27" fmla="*/ 3898087 h 6858001"/>
              <a:gd name="connsiteX28" fmla="*/ 4749871 w 4990911"/>
              <a:gd name="connsiteY28" fmla="*/ 4031133 h 6858001"/>
              <a:gd name="connsiteX29" fmla="*/ 4754745 w 4990911"/>
              <a:gd name="connsiteY29" fmla="*/ 4163492 h 6858001"/>
              <a:gd name="connsiteX30" fmla="*/ 4759956 w 4990911"/>
              <a:gd name="connsiteY30" fmla="*/ 4293793 h 6858001"/>
              <a:gd name="connsiteX31" fmla="*/ 4764662 w 4990911"/>
              <a:gd name="connsiteY31" fmla="*/ 4421352 h 6858001"/>
              <a:gd name="connsiteX32" fmla="*/ 4777942 w 4990911"/>
              <a:gd name="connsiteY32" fmla="*/ 4670298 h 6858001"/>
              <a:gd name="connsiteX33" fmla="*/ 4792061 w 4990911"/>
              <a:gd name="connsiteY33" fmla="*/ 4908956 h 6858001"/>
              <a:gd name="connsiteX34" fmla="*/ 4806853 w 4990911"/>
              <a:gd name="connsiteY34" fmla="*/ 5138013 h 6858001"/>
              <a:gd name="connsiteX35" fmla="*/ 4823158 w 4990911"/>
              <a:gd name="connsiteY35" fmla="*/ 5354726 h 6858001"/>
              <a:gd name="connsiteX36" fmla="*/ 4840135 w 4990911"/>
              <a:gd name="connsiteY36" fmla="*/ 5561838 h 6858001"/>
              <a:gd name="connsiteX37" fmla="*/ 4858456 w 4990911"/>
              <a:gd name="connsiteY37" fmla="*/ 5753862 h 6858001"/>
              <a:gd name="connsiteX38" fmla="*/ 4876442 w 4990911"/>
              <a:gd name="connsiteY38" fmla="*/ 5934227 h 6858001"/>
              <a:gd name="connsiteX39" fmla="*/ 4894427 w 4990911"/>
              <a:gd name="connsiteY39" fmla="*/ 6100191 h 6858001"/>
              <a:gd name="connsiteX40" fmla="*/ 4911404 w 4990911"/>
              <a:gd name="connsiteY40" fmla="*/ 6252438 h 6858001"/>
              <a:gd name="connsiteX41" fmla="*/ 4927541 w 4990911"/>
              <a:gd name="connsiteY41" fmla="*/ 6387541 h 6858001"/>
              <a:gd name="connsiteX42" fmla="*/ 4942837 w 4990911"/>
              <a:gd name="connsiteY42" fmla="*/ 6509613 h 6858001"/>
              <a:gd name="connsiteX43" fmla="*/ 4955612 w 4990911"/>
              <a:gd name="connsiteY43" fmla="*/ 6612483 h 6858001"/>
              <a:gd name="connsiteX44" fmla="*/ 4967714 w 4990911"/>
              <a:gd name="connsiteY44" fmla="*/ 6698894 h 6858001"/>
              <a:gd name="connsiteX45" fmla="*/ 4985028 w 4990911"/>
              <a:gd name="connsiteY45" fmla="*/ 6817538 h 6858001"/>
              <a:gd name="connsiteX46" fmla="*/ 4990911 w 4990911"/>
              <a:gd name="connsiteY46" fmla="*/ 6858000 h 6858001"/>
              <a:gd name="connsiteX47" fmla="*/ 4085557 w 4990911"/>
              <a:gd name="connsiteY47" fmla="*/ 6858000 h 6858001"/>
              <a:gd name="connsiteX48" fmla="*/ 4085557 w 4990911"/>
              <a:gd name="connsiteY48" fmla="*/ 6858001 h 6858001"/>
              <a:gd name="connsiteX49" fmla="*/ 0 w 4990911"/>
              <a:gd name="connsiteY49" fmla="*/ 6858001 h 6858001"/>
              <a:gd name="connsiteX50" fmla="*/ 0 w 4990911"/>
              <a:gd name="connsiteY50" fmla="*/ 1 h 6858001"/>
              <a:gd name="connsiteX51" fmla="*/ 3646196 w 4990911"/>
              <a:gd name="connsiteY51" fmla="*/ 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990911" h="6858001">
                <a:moveTo>
                  <a:pt x="3646196" y="0"/>
                </a:moveTo>
                <a:lnTo>
                  <a:pt x="4989734" y="0"/>
                </a:lnTo>
                <a:lnTo>
                  <a:pt x="4964689" y="155677"/>
                </a:lnTo>
                <a:lnTo>
                  <a:pt x="4940820" y="310668"/>
                </a:lnTo>
                <a:lnTo>
                  <a:pt x="4917456" y="466344"/>
                </a:lnTo>
                <a:lnTo>
                  <a:pt x="4897453" y="622707"/>
                </a:lnTo>
                <a:lnTo>
                  <a:pt x="4877282" y="778383"/>
                </a:lnTo>
                <a:lnTo>
                  <a:pt x="4858456" y="934746"/>
                </a:lnTo>
                <a:lnTo>
                  <a:pt x="4842320" y="1089051"/>
                </a:lnTo>
                <a:lnTo>
                  <a:pt x="4827024" y="1245413"/>
                </a:lnTo>
                <a:lnTo>
                  <a:pt x="4813072" y="1401090"/>
                </a:lnTo>
                <a:lnTo>
                  <a:pt x="4800970" y="1554023"/>
                </a:lnTo>
                <a:lnTo>
                  <a:pt x="4788867" y="1709014"/>
                </a:lnTo>
                <a:lnTo>
                  <a:pt x="4778782" y="1861947"/>
                </a:lnTo>
                <a:lnTo>
                  <a:pt x="4770882" y="2014881"/>
                </a:lnTo>
                <a:lnTo>
                  <a:pt x="4762645" y="2167128"/>
                </a:lnTo>
                <a:lnTo>
                  <a:pt x="4755754" y="2318004"/>
                </a:lnTo>
                <a:lnTo>
                  <a:pt x="4750879" y="2467509"/>
                </a:lnTo>
                <a:lnTo>
                  <a:pt x="4746677" y="2617013"/>
                </a:lnTo>
                <a:lnTo>
                  <a:pt x="4742643" y="2765146"/>
                </a:lnTo>
                <a:lnTo>
                  <a:pt x="4740794" y="2911221"/>
                </a:lnTo>
                <a:lnTo>
                  <a:pt x="4738777" y="3057297"/>
                </a:lnTo>
                <a:lnTo>
                  <a:pt x="4737768" y="3201315"/>
                </a:lnTo>
                <a:lnTo>
                  <a:pt x="4738777" y="3343961"/>
                </a:lnTo>
                <a:lnTo>
                  <a:pt x="4738777" y="3485236"/>
                </a:lnTo>
                <a:lnTo>
                  <a:pt x="4740794" y="3625139"/>
                </a:lnTo>
                <a:lnTo>
                  <a:pt x="4743819" y="3762299"/>
                </a:lnTo>
                <a:lnTo>
                  <a:pt x="4746677" y="3898087"/>
                </a:lnTo>
                <a:lnTo>
                  <a:pt x="4749871" y="4031133"/>
                </a:lnTo>
                <a:lnTo>
                  <a:pt x="4754745" y="4163492"/>
                </a:lnTo>
                <a:lnTo>
                  <a:pt x="4759956" y="4293793"/>
                </a:lnTo>
                <a:lnTo>
                  <a:pt x="4764662" y="4421352"/>
                </a:lnTo>
                <a:lnTo>
                  <a:pt x="4777942" y="4670298"/>
                </a:lnTo>
                <a:lnTo>
                  <a:pt x="4792061" y="4908956"/>
                </a:lnTo>
                <a:lnTo>
                  <a:pt x="4806853" y="5138013"/>
                </a:lnTo>
                <a:lnTo>
                  <a:pt x="4823158" y="5354726"/>
                </a:lnTo>
                <a:lnTo>
                  <a:pt x="4840135" y="5561838"/>
                </a:lnTo>
                <a:lnTo>
                  <a:pt x="4858456" y="5753862"/>
                </a:lnTo>
                <a:lnTo>
                  <a:pt x="4876442" y="5934227"/>
                </a:lnTo>
                <a:lnTo>
                  <a:pt x="4894427" y="6100191"/>
                </a:lnTo>
                <a:lnTo>
                  <a:pt x="4911404" y="6252438"/>
                </a:lnTo>
                <a:lnTo>
                  <a:pt x="4927541" y="6387541"/>
                </a:lnTo>
                <a:lnTo>
                  <a:pt x="4942837" y="6509613"/>
                </a:lnTo>
                <a:lnTo>
                  <a:pt x="4955612" y="6612483"/>
                </a:lnTo>
                <a:lnTo>
                  <a:pt x="4967714" y="6698894"/>
                </a:lnTo>
                <a:lnTo>
                  <a:pt x="4985028" y="6817538"/>
                </a:lnTo>
                <a:lnTo>
                  <a:pt x="4990911" y="6858000"/>
                </a:lnTo>
                <a:lnTo>
                  <a:pt x="4085557" y="6858000"/>
                </a:lnTo>
                <a:lnTo>
                  <a:pt x="4085557" y="6858001"/>
                </a:lnTo>
                <a:lnTo>
                  <a:pt x="0" y="6858001"/>
                </a:lnTo>
                <a:lnTo>
                  <a:pt x="0" y="1"/>
                </a:lnTo>
                <a:lnTo>
                  <a:pt x="3646196" y="1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ADAB9C8-EB37-4914-A699-C716FC8FE4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449" y="2157984"/>
            <a:ext cx="2976568" cy="4470821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Perfil das Vítimas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03081" y="1325880"/>
            <a:ext cx="4702076" cy="4470821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pt-BR" sz="1900" dirty="0">
                <a:latin typeface="Arial" panose="020B0604020202020204" pitchFamily="34" charset="0"/>
                <a:cs typeface="Arial" panose="020B0604020202020204" pitchFamily="34" charset="0"/>
              </a:rPr>
              <a:t>75% das vítimas são do sexo masculino;</a:t>
            </a:r>
          </a:p>
          <a:p>
            <a:pPr marL="0" indent="0">
              <a:lnSpc>
                <a:spcPct val="90000"/>
              </a:lnSpc>
              <a:buNone/>
            </a:pPr>
            <a:endParaRPr lang="pt-BR" sz="1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r>
              <a:rPr lang="pt-BR" sz="1900" dirty="0">
                <a:latin typeface="Arial" panose="020B0604020202020204" pitchFamily="34" charset="0"/>
                <a:cs typeface="Arial" panose="020B0604020202020204" pitchFamily="34" charset="0"/>
              </a:rPr>
              <a:t>Adultos e jovens (25–44 anos) lideram as ocorrências de acidentes, mas não possuem as maiores taxas de fatalidade;</a:t>
            </a:r>
          </a:p>
          <a:p>
            <a:pPr>
              <a:lnSpc>
                <a:spcPct val="90000"/>
              </a:lnSpc>
            </a:pPr>
            <a:endParaRPr lang="pt-BR" sz="1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r>
              <a:rPr lang="pt-BR" sz="1900" dirty="0">
                <a:latin typeface="Arial" panose="020B0604020202020204" pitchFamily="34" charset="0"/>
                <a:cs typeface="Arial" panose="020B0604020202020204" pitchFamily="34" charset="0"/>
              </a:rPr>
              <a:t>A faixa etária de crianças e idosos apresentam maior taxa de fatalidade;</a:t>
            </a:r>
          </a:p>
          <a:p>
            <a:pPr marL="0" indent="0">
              <a:lnSpc>
                <a:spcPct val="90000"/>
              </a:lnSpc>
              <a:buNone/>
            </a:pPr>
            <a:endParaRPr lang="pt-BR" sz="1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747F1B4-B831-4277-8AB0-32767F7EB7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7">
            <a:extLst>
              <a:ext uri="{FF2B5EF4-FFF2-40B4-BE49-F238E27FC236}">
                <a16:creationId xmlns:a16="http://schemas.microsoft.com/office/drawing/2014/main" id="{D80CFA21-AB7C-4BEB-9BFF-05764FBBF3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39954" y="1460230"/>
            <a:ext cx="2604045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5848BE0-1C46-7E8A-5C83-289EE864C4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2441" y="693912"/>
            <a:ext cx="6939116" cy="1016654"/>
          </a:xfrm>
        </p:spPr>
        <p:txBody>
          <a:bodyPr>
            <a:normAutofit/>
          </a:bodyPr>
          <a:lstStyle/>
          <a:p>
            <a:pPr algn="ctr">
              <a:lnSpc>
                <a:spcPct val="90000"/>
              </a:lnSpc>
            </a:pPr>
            <a:r>
              <a:rPr lang="pt-BR" sz="3300" dirty="0">
                <a:solidFill>
                  <a:srgbClr val="EBEBE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Relação entre Fabricação do Veículo x Acidentes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2F7E335-851A-4CAE-B09F-E657819D46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0B541F0-7F6E-402E-84D8-CF96EACA5F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762067"/>
            <a:ext cx="9144312" cy="5095933"/>
          </a:xfrm>
          <a:custGeom>
            <a:avLst/>
            <a:gdLst>
              <a:gd name="connsiteX0" fmla="*/ 1 w 12192418"/>
              <a:gd name="connsiteY0" fmla="*/ 0 h 5095933"/>
              <a:gd name="connsiteX1" fmla="*/ 71932 w 12192418"/>
              <a:gd name="connsiteY1" fmla="*/ 12261 h 5095933"/>
              <a:gd name="connsiteX2" fmla="*/ 282849 w 12192418"/>
              <a:gd name="connsiteY2" fmla="*/ 48343 h 5095933"/>
              <a:gd name="connsiteX3" fmla="*/ 436464 w 12192418"/>
              <a:gd name="connsiteY3" fmla="*/ 73565 h 5095933"/>
              <a:gd name="connsiteX4" fmla="*/ 619339 w 12192418"/>
              <a:gd name="connsiteY4" fmla="*/ 100188 h 5095933"/>
              <a:gd name="connsiteX5" fmla="*/ 836351 w 12192418"/>
              <a:gd name="connsiteY5" fmla="*/ 132066 h 5095933"/>
              <a:gd name="connsiteX6" fmla="*/ 1076528 w 12192418"/>
              <a:gd name="connsiteY6" fmla="*/ 165696 h 5095933"/>
              <a:gd name="connsiteX7" fmla="*/ 1347184 w 12192418"/>
              <a:gd name="connsiteY7" fmla="*/ 201077 h 5095933"/>
              <a:gd name="connsiteX8" fmla="*/ 1642223 w 12192418"/>
              <a:gd name="connsiteY8" fmla="*/ 238560 h 5095933"/>
              <a:gd name="connsiteX9" fmla="*/ 1962864 w 12192418"/>
              <a:gd name="connsiteY9" fmla="*/ 276043 h 5095933"/>
              <a:gd name="connsiteX10" fmla="*/ 2304232 w 12192418"/>
              <a:gd name="connsiteY10" fmla="*/ 314227 h 5095933"/>
              <a:gd name="connsiteX11" fmla="*/ 2672421 w 12192418"/>
              <a:gd name="connsiteY11" fmla="*/ 349608 h 5095933"/>
              <a:gd name="connsiteX12" fmla="*/ 3057678 w 12192418"/>
              <a:gd name="connsiteY12" fmla="*/ 383588 h 5095933"/>
              <a:gd name="connsiteX13" fmla="*/ 3464881 w 12192418"/>
              <a:gd name="connsiteY13" fmla="*/ 414415 h 5095933"/>
              <a:gd name="connsiteX14" fmla="*/ 3889152 w 12192418"/>
              <a:gd name="connsiteY14" fmla="*/ 443841 h 5095933"/>
              <a:gd name="connsiteX15" fmla="*/ 4331710 w 12192418"/>
              <a:gd name="connsiteY15" fmla="*/ 471515 h 5095933"/>
              <a:gd name="connsiteX16" fmla="*/ 4558476 w 12192418"/>
              <a:gd name="connsiteY16" fmla="*/ 481324 h 5095933"/>
              <a:gd name="connsiteX17" fmla="*/ 4790118 w 12192418"/>
              <a:gd name="connsiteY17" fmla="*/ 492183 h 5095933"/>
              <a:gd name="connsiteX18" fmla="*/ 5025418 w 12192418"/>
              <a:gd name="connsiteY18" fmla="*/ 502342 h 5095933"/>
              <a:gd name="connsiteX19" fmla="*/ 5261937 w 12192418"/>
              <a:gd name="connsiteY19" fmla="*/ 508998 h 5095933"/>
              <a:gd name="connsiteX20" fmla="*/ 5503332 w 12192418"/>
              <a:gd name="connsiteY20" fmla="*/ 514953 h 5095933"/>
              <a:gd name="connsiteX21" fmla="*/ 5747167 w 12192418"/>
              <a:gd name="connsiteY21" fmla="*/ 521259 h 5095933"/>
              <a:gd name="connsiteX22" fmla="*/ 5995877 w 12192418"/>
              <a:gd name="connsiteY22" fmla="*/ 525463 h 5095933"/>
              <a:gd name="connsiteX23" fmla="*/ 6247026 w 12192418"/>
              <a:gd name="connsiteY23" fmla="*/ 525463 h 5095933"/>
              <a:gd name="connsiteX24" fmla="*/ 6500613 w 12192418"/>
              <a:gd name="connsiteY24" fmla="*/ 527565 h 5095933"/>
              <a:gd name="connsiteX25" fmla="*/ 6756639 w 12192418"/>
              <a:gd name="connsiteY25" fmla="*/ 525463 h 5095933"/>
              <a:gd name="connsiteX26" fmla="*/ 7016322 w 12192418"/>
              <a:gd name="connsiteY26" fmla="*/ 521259 h 5095933"/>
              <a:gd name="connsiteX27" fmla="*/ 7276005 w 12192418"/>
              <a:gd name="connsiteY27" fmla="*/ 517406 h 5095933"/>
              <a:gd name="connsiteX28" fmla="*/ 7539345 w 12192418"/>
              <a:gd name="connsiteY28" fmla="*/ 508998 h 5095933"/>
              <a:gd name="connsiteX29" fmla="*/ 7805124 w 12192418"/>
              <a:gd name="connsiteY29" fmla="*/ 500241 h 5095933"/>
              <a:gd name="connsiteX30" fmla="*/ 8070903 w 12192418"/>
              <a:gd name="connsiteY30" fmla="*/ 490082 h 5095933"/>
              <a:gd name="connsiteX31" fmla="*/ 8339121 w 12192418"/>
              <a:gd name="connsiteY31" fmla="*/ 475719 h 5095933"/>
              <a:gd name="connsiteX32" fmla="*/ 8609776 w 12192418"/>
              <a:gd name="connsiteY32" fmla="*/ 458554 h 5095933"/>
              <a:gd name="connsiteX33" fmla="*/ 8881651 w 12192418"/>
              <a:gd name="connsiteY33" fmla="*/ 442089 h 5095933"/>
              <a:gd name="connsiteX34" fmla="*/ 9153526 w 12192418"/>
              <a:gd name="connsiteY34" fmla="*/ 421071 h 5095933"/>
              <a:gd name="connsiteX35" fmla="*/ 9429058 w 12192418"/>
              <a:gd name="connsiteY35" fmla="*/ 395849 h 5095933"/>
              <a:gd name="connsiteX36" fmla="*/ 9700933 w 12192418"/>
              <a:gd name="connsiteY36" fmla="*/ 370626 h 5095933"/>
              <a:gd name="connsiteX37" fmla="*/ 9977684 w 12192418"/>
              <a:gd name="connsiteY37" fmla="*/ 341551 h 5095933"/>
              <a:gd name="connsiteX38" fmla="*/ 10255655 w 12192418"/>
              <a:gd name="connsiteY38" fmla="*/ 309673 h 5095933"/>
              <a:gd name="connsiteX39" fmla="*/ 10529968 w 12192418"/>
              <a:gd name="connsiteY39" fmla="*/ 276043 h 5095933"/>
              <a:gd name="connsiteX40" fmla="*/ 10807939 w 12192418"/>
              <a:gd name="connsiteY40" fmla="*/ 236809 h 5095933"/>
              <a:gd name="connsiteX41" fmla="*/ 11084690 w 12192418"/>
              <a:gd name="connsiteY41" fmla="*/ 194772 h 5095933"/>
              <a:gd name="connsiteX42" fmla="*/ 11362661 w 12192418"/>
              <a:gd name="connsiteY42" fmla="*/ 153085 h 5095933"/>
              <a:gd name="connsiteX43" fmla="*/ 11639412 w 12192418"/>
              <a:gd name="connsiteY43" fmla="*/ 104392 h 5095933"/>
              <a:gd name="connsiteX44" fmla="*/ 11914945 w 12192418"/>
              <a:gd name="connsiteY44" fmla="*/ 54648 h 5095933"/>
              <a:gd name="connsiteX45" fmla="*/ 12191696 w 12192418"/>
              <a:gd name="connsiteY45" fmla="*/ 2452 h 5095933"/>
              <a:gd name="connsiteX46" fmla="*/ 12191696 w 12192418"/>
              <a:gd name="connsiteY46" fmla="*/ 2109542 h 5095933"/>
              <a:gd name="connsiteX47" fmla="*/ 12191999 w 12192418"/>
              <a:gd name="connsiteY47" fmla="*/ 2109542 h 5095933"/>
              <a:gd name="connsiteX48" fmla="*/ 12191999 w 12192418"/>
              <a:gd name="connsiteY48" fmla="*/ 2802467 h 5095933"/>
              <a:gd name="connsiteX49" fmla="*/ 12192418 w 12192418"/>
              <a:gd name="connsiteY49" fmla="*/ 2802467 h 5095933"/>
              <a:gd name="connsiteX50" fmla="*/ 12192418 w 12192418"/>
              <a:gd name="connsiteY50" fmla="*/ 5095933 h 5095933"/>
              <a:gd name="connsiteX51" fmla="*/ 1 w 12192418"/>
              <a:gd name="connsiteY51" fmla="*/ 5095933 h 5095933"/>
              <a:gd name="connsiteX52" fmla="*/ 1 w 12192418"/>
              <a:gd name="connsiteY52" fmla="*/ 4074529 h 5095933"/>
              <a:gd name="connsiteX53" fmla="*/ 0 w 12192418"/>
              <a:gd name="connsiteY53" fmla="*/ 4074529 h 5095933"/>
              <a:gd name="connsiteX54" fmla="*/ 0 w 12192418"/>
              <a:gd name="connsiteY54" fmla="*/ 2109542 h 5095933"/>
              <a:gd name="connsiteX55" fmla="*/ 1 w 12192418"/>
              <a:gd name="connsiteY55" fmla="*/ 2109542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2192418" h="5095933">
                <a:moveTo>
                  <a:pt x="1" y="0"/>
                </a:moveTo>
                <a:lnTo>
                  <a:pt x="71932" y="12261"/>
                </a:lnTo>
                <a:lnTo>
                  <a:pt x="282849" y="48343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4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7"/>
                </a:lnTo>
                <a:lnTo>
                  <a:pt x="2672421" y="349608"/>
                </a:lnTo>
                <a:lnTo>
                  <a:pt x="3057678" y="383588"/>
                </a:lnTo>
                <a:lnTo>
                  <a:pt x="3464881" y="414415"/>
                </a:lnTo>
                <a:lnTo>
                  <a:pt x="3889152" y="443841"/>
                </a:lnTo>
                <a:lnTo>
                  <a:pt x="4331710" y="471515"/>
                </a:lnTo>
                <a:lnTo>
                  <a:pt x="4558476" y="481324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7" y="521259"/>
                </a:lnTo>
                <a:lnTo>
                  <a:pt x="5995877" y="525463"/>
                </a:lnTo>
                <a:lnTo>
                  <a:pt x="6247026" y="525463"/>
                </a:lnTo>
                <a:lnTo>
                  <a:pt x="6500613" y="527565"/>
                </a:lnTo>
                <a:lnTo>
                  <a:pt x="6756639" y="525463"/>
                </a:lnTo>
                <a:lnTo>
                  <a:pt x="7016322" y="521259"/>
                </a:lnTo>
                <a:lnTo>
                  <a:pt x="7276005" y="517406"/>
                </a:lnTo>
                <a:lnTo>
                  <a:pt x="7539345" y="508998"/>
                </a:lnTo>
                <a:lnTo>
                  <a:pt x="7805124" y="500241"/>
                </a:lnTo>
                <a:lnTo>
                  <a:pt x="8070903" y="490082"/>
                </a:lnTo>
                <a:lnTo>
                  <a:pt x="8339121" y="475719"/>
                </a:lnTo>
                <a:lnTo>
                  <a:pt x="8609776" y="458554"/>
                </a:lnTo>
                <a:lnTo>
                  <a:pt x="8881651" y="442089"/>
                </a:lnTo>
                <a:lnTo>
                  <a:pt x="9153526" y="421071"/>
                </a:lnTo>
                <a:lnTo>
                  <a:pt x="9429058" y="395849"/>
                </a:lnTo>
                <a:lnTo>
                  <a:pt x="9700933" y="370626"/>
                </a:lnTo>
                <a:lnTo>
                  <a:pt x="9977684" y="341551"/>
                </a:lnTo>
                <a:lnTo>
                  <a:pt x="10255655" y="309673"/>
                </a:lnTo>
                <a:lnTo>
                  <a:pt x="10529968" y="276043"/>
                </a:lnTo>
                <a:lnTo>
                  <a:pt x="10807939" y="236809"/>
                </a:lnTo>
                <a:lnTo>
                  <a:pt x="11084690" y="194772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109542"/>
                </a:lnTo>
                <a:lnTo>
                  <a:pt x="12191999" y="2109542"/>
                </a:lnTo>
                <a:lnTo>
                  <a:pt x="12191999" y="2802467"/>
                </a:lnTo>
                <a:lnTo>
                  <a:pt x="12192418" y="2802467"/>
                </a:lnTo>
                <a:lnTo>
                  <a:pt x="12192418" y="5095933"/>
                </a:lnTo>
                <a:lnTo>
                  <a:pt x="1" y="5095933"/>
                </a:lnTo>
                <a:lnTo>
                  <a:pt x="1" y="4074529"/>
                </a:lnTo>
                <a:lnTo>
                  <a:pt x="0" y="4074529"/>
                </a:lnTo>
                <a:lnTo>
                  <a:pt x="0" y="2109542"/>
                </a:lnTo>
                <a:lnTo>
                  <a:pt x="1" y="210954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graphicFrame>
        <p:nvGraphicFramePr>
          <p:cNvPr id="5" name="Espaço Reservado para Conteúdo 2">
            <a:extLst>
              <a:ext uri="{FF2B5EF4-FFF2-40B4-BE49-F238E27FC236}">
                <a16:creationId xmlns:a16="http://schemas.microsoft.com/office/drawing/2014/main" id="{10A4C91B-3726-9A7F-D349-44D9FAF1A2C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97704047"/>
              </p:ext>
            </p:extLst>
          </p:nvPr>
        </p:nvGraphicFramePr>
        <p:xfrm>
          <a:off x="614713" y="2123986"/>
          <a:ext cx="8171528" cy="34042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CaixaDeTexto 2">
            <a:extLst>
              <a:ext uri="{FF2B5EF4-FFF2-40B4-BE49-F238E27FC236}">
                <a16:creationId xmlns:a16="http://schemas.microsoft.com/office/drawing/2014/main" id="{1ED6FBCC-32AB-DBA3-ABFA-6E48AB60C378}"/>
              </a:ext>
            </a:extLst>
          </p:cNvPr>
          <p:cNvSpPr txBox="1"/>
          <p:nvPr/>
        </p:nvSpPr>
        <p:spPr>
          <a:xfrm>
            <a:off x="877824" y="5961888"/>
            <a:ext cx="72694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pt-BR" sz="1600" dirty="0"/>
              <a:t>Os acidentes estão distribuídos entre diferentes faixas de ano de fabricação dos veículos, sem evidência suficiente para afirmar maior risco associado à idade do veículo.</a:t>
            </a:r>
          </a:p>
        </p:txBody>
      </p:sp>
    </p:spTree>
    <p:extLst>
      <p:ext uri="{BB962C8B-B14F-4D97-AF65-F5344CB8AC3E}">
        <p14:creationId xmlns:p14="http://schemas.microsoft.com/office/powerpoint/2010/main" val="8764783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D9B8FD4-CDEB-4EB4-B4DE-C89E119389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36">
            <a:extLst>
              <a:ext uri="{FF2B5EF4-FFF2-40B4-BE49-F238E27FC236}">
                <a16:creationId xmlns:a16="http://schemas.microsoft.com/office/drawing/2014/main" id="{5A2E3D1D-9E9F-4739-BA14-D4D7FA9FBD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483477" y="0"/>
            <a:ext cx="419604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FFB365B-E9DC-4859-B8AB-CB83EEBE4E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3743184" cy="6858001"/>
          </a:xfrm>
          <a:custGeom>
            <a:avLst/>
            <a:gdLst>
              <a:gd name="connsiteX0" fmla="*/ 3646196 w 4990911"/>
              <a:gd name="connsiteY0" fmla="*/ 0 h 6858001"/>
              <a:gd name="connsiteX1" fmla="*/ 4989734 w 4990911"/>
              <a:gd name="connsiteY1" fmla="*/ 0 h 6858001"/>
              <a:gd name="connsiteX2" fmla="*/ 4964689 w 4990911"/>
              <a:gd name="connsiteY2" fmla="*/ 155677 h 6858001"/>
              <a:gd name="connsiteX3" fmla="*/ 4940820 w 4990911"/>
              <a:gd name="connsiteY3" fmla="*/ 310668 h 6858001"/>
              <a:gd name="connsiteX4" fmla="*/ 4917456 w 4990911"/>
              <a:gd name="connsiteY4" fmla="*/ 466344 h 6858001"/>
              <a:gd name="connsiteX5" fmla="*/ 4897453 w 4990911"/>
              <a:gd name="connsiteY5" fmla="*/ 622707 h 6858001"/>
              <a:gd name="connsiteX6" fmla="*/ 4877282 w 4990911"/>
              <a:gd name="connsiteY6" fmla="*/ 778383 h 6858001"/>
              <a:gd name="connsiteX7" fmla="*/ 4858456 w 4990911"/>
              <a:gd name="connsiteY7" fmla="*/ 934746 h 6858001"/>
              <a:gd name="connsiteX8" fmla="*/ 4842320 w 4990911"/>
              <a:gd name="connsiteY8" fmla="*/ 1089051 h 6858001"/>
              <a:gd name="connsiteX9" fmla="*/ 4827024 w 4990911"/>
              <a:gd name="connsiteY9" fmla="*/ 1245413 h 6858001"/>
              <a:gd name="connsiteX10" fmla="*/ 4813072 w 4990911"/>
              <a:gd name="connsiteY10" fmla="*/ 1401090 h 6858001"/>
              <a:gd name="connsiteX11" fmla="*/ 4800970 w 4990911"/>
              <a:gd name="connsiteY11" fmla="*/ 1554023 h 6858001"/>
              <a:gd name="connsiteX12" fmla="*/ 4788867 w 4990911"/>
              <a:gd name="connsiteY12" fmla="*/ 1709014 h 6858001"/>
              <a:gd name="connsiteX13" fmla="*/ 4778782 w 4990911"/>
              <a:gd name="connsiteY13" fmla="*/ 1861947 h 6858001"/>
              <a:gd name="connsiteX14" fmla="*/ 4770882 w 4990911"/>
              <a:gd name="connsiteY14" fmla="*/ 2014881 h 6858001"/>
              <a:gd name="connsiteX15" fmla="*/ 4762645 w 4990911"/>
              <a:gd name="connsiteY15" fmla="*/ 2167128 h 6858001"/>
              <a:gd name="connsiteX16" fmla="*/ 4755754 w 4990911"/>
              <a:gd name="connsiteY16" fmla="*/ 2318004 h 6858001"/>
              <a:gd name="connsiteX17" fmla="*/ 4750879 w 4990911"/>
              <a:gd name="connsiteY17" fmla="*/ 2467509 h 6858001"/>
              <a:gd name="connsiteX18" fmla="*/ 4746677 w 4990911"/>
              <a:gd name="connsiteY18" fmla="*/ 2617013 h 6858001"/>
              <a:gd name="connsiteX19" fmla="*/ 4742643 w 4990911"/>
              <a:gd name="connsiteY19" fmla="*/ 2765146 h 6858001"/>
              <a:gd name="connsiteX20" fmla="*/ 4740794 w 4990911"/>
              <a:gd name="connsiteY20" fmla="*/ 2911221 h 6858001"/>
              <a:gd name="connsiteX21" fmla="*/ 4738777 w 4990911"/>
              <a:gd name="connsiteY21" fmla="*/ 3057297 h 6858001"/>
              <a:gd name="connsiteX22" fmla="*/ 4737768 w 4990911"/>
              <a:gd name="connsiteY22" fmla="*/ 3201315 h 6858001"/>
              <a:gd name="connsiteX23" fmla="*/ 4738777 w 4990911"/>
              <a:gd name="connsiteY23" fmla="*/ 3343961 h 6858001"/>
              <a:gd name="connsiteX24" fmla="*/ 4738777 w 4990911"/>
              <a:gd name="connsiteY24" fmla="*/ 3485236 h 6858001"/>
              <a:gd name="connsiteX25" fmla="*/ 4740794 w 4990911"/>
              <a:gd name="connsiteY25" fmla="*/ 3625139 h 6858001"/>
              <a:gd name="connsiteX26" fmla="*/ 4743819 w 4990911"/>
              <a:gd name="connsiteY26" fmla="*/ 3762299 h 6858001"/>
              <a:gd name="connsiteX27" fmla="*/ 4746677 w 4990911"/>
              <a:gd name="connsiteY27" fmla="*/ 3898087 h 6858001"/>
              <a:gd name="connsiteX28" fmla="*/ 4749871 w 4990911"/>
              <a:gd name="connsiteY28" fmla="*/ 4031133 h 6858001"/>
              <a:gd name="connsiteX29" fmla="*/ 4754745 w 4990911"/>
              <a:gd name="connsiteY29" fmla="*/ 4163492 h 6858001"/>
              <a:gd name="connsiteX30" fmla="*/ 4759956 w 4990911"/>
              <a:gd name="connsiteY30" fmla="*/ 4293793 h 6858001"/>
              <a:gd name="connsiteX31" fmla="*/ 4764662 w 4990911"/>
              <a:gd name="connsiteY31" fmla="*/ 4421352 h 6858001"/>
              <a:gd name="connsiteX32" fmla="*/ 4777942 w 4990911"/>
              <a:gd name="connsiteY32" fmla="*/ 4670298 h 6858001"/>
              <a:gd name="connsiteX33" fmla="*/ 4792061 w 4990911"/>
              <a:gd name="connsiteY33" fmla="*/ 4908956 h 6858001"/>
              <a:gd name="connsiteX34" fmla="*/ 4806853 w 4990911"/>
              <a:gd name="connsiteY34" fmla="*/ 5138013 h 6858001"/>
              <a:gd name="connsiteX35" fmla="*/ 4823158 w 4990911"/>
              <a:gd name="connsiteY35" fmla="*/ 5354726 h 6858001"/>
              <a:gd name="connsiteX36" fmla="*/ 4840135 w 4990911"/>
              <a:gd name="connsiteY36" fmla="*/ 5561838 h 6858001"/>
              <a:gd name="connsiteX37" fmla="*/ 4858456 w 4990911"/>
              <a:gd name="connsiteY37" fmla="*/ 5753862 h 6858001"/>
              <a:gd name="connsiteX38" fmla="*/ 4876442 w 4990911"/>
              <a:gd name="connsiteY38" fmla="*/ 5934227 h 6858001"/>
              <a:gd name="connsiteX39" fmla="*/ 4894427 w 4990911"/>
              <a:gd name="connsiteY39" fmla="*/ 6100191 h 6858001"/>
              <a:gd name="connsiteX40" fmla="*/ 4911404 w 4990911"/>
              <a:gd name="connsiteY40" fmla="*/ 6252438 h 6858001"/>
              <a:gd name="connsiteX41" fmla="*/ 4927541 w 4990911"/>
              <a:gd name="connsiteY41" fmla="*/ 6387541 h 6858001"/>
              <a:gd name="connsiteX42" fmla="*/ 4942837 w 4990911"/>
              <a:gd name="connsiteY42" fmla="*/ 6509613 h 6858001"/>
              <a:gd name="connsiteX43" fmla="*/ 4955612 w 4990911"/>
              <a:gd name="connsiteY43" fmla="*/ 6612483 h 6858001"/>
              <a:gd name="connsiteX44" fmla="*/ 4967714 w 4990911"/>
              <a:gd name="connsiteY44" fmla="*/ 6698894 h 6858001"/>
              <a:gd name="connsiteX45" fmla="*/ 4985028 w 4990911"/>
              <a:gd name="connsiteY45" fmla="*/ 6817538 h 6858001"/>
              <a:gd name="connsiteX46" fmla="*/ 4990911 w 4990911"/>
              <a:gd name="connsiteY46" fmla="*/ 6858000 h 6858001"/>
              <a:gd name="connsiteX47" fmla="*/ 4085557 w 4990911"/>
              <a:gd name="connsiteY47" fmla="*/ 6858000 h 6858001"/>
              <a:gd name="connsiteX48" fmla="*/ 4085557 w 4990911"/>
              <a:gd name="connsiteY48" fmla="*/ 6858001 h 6858001"/>
              <a:gd name="connsiteX49" fmla="*/ 0 w 4990911"/>
              <a:gd name="connsiteY49" fmla="*/ 6858001 h 6858001"/>
              <a:gd name="connsiteX50" fmla="*/ 0 w 4990911"/>
              <a:gd name="connsiteY50" fmla="*/ 1 h 6858001"/>
              <a:gd name="connsiteX51" fmla="*/ 3646196 w 4990911"/>
              <a:gd name="connsiteY51" fmla="*/ 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990911" h="6858001">
                <a:moveTo>
                  <a:pt x="3646196" y="0"/>
                </a:moveTo>
                <a:lnTo>
                  <a:pt x="4989734" y="0"/>
                </a:lnTo>
                <a:lnTo>
                  <a:pt x="4964689" y="155677"/>
                </a:lnTo>
                <a:lnTo>
                  <a:pt x="4940820" y="310668"/>
                </a:lnTo>
                <a:lnTo>
                  <a:pt x="4917456" y="466344"/>
                </a:lnTo>
                <a:lnTo>
                  <a:pt x="4897453" y="622707"/>
                </a:lnTo>
                <a:lnTo>
                  <a:pt x="4877282" y="778383"/>
                </a:lnTo>
                <a:lnTo>
                  <a:pt x="4858456" y="934746"/>
                </a:lnTo>
                <a:lnTo>
                  <a:pt x="4842320" y="1089051"/>
                </a:lnTo>
                <a:lnTo>
                  <a:pt x="4827024" y="1245413"/>
                </a:lnTo>
                <a:lnTo>
                  <a:pt x="4813072" y="1401090"/>
                </a:lnTo>
                <a:lnTo>
                  <a:pt x="4800970" y="1554023"/>
                </a:lnTo>
                <a:lnTo>
                  <a:pt x="4788867" y="1709014"/>
                </a:lnTo>
                <a:lnTo>
                  <a:pt x="4778782" y="1861947"/>
                </a:lnTo>
                <a:lnTo>
                  <a:pt x="4770882" y="2014881"/>
                </a:lnTo>
                <a:lnTo>
                  <a:pt x="4762645" y="2167128"/>
                </a:lnTo>
                <a:lnTo>
                  <a:pt x="4755754" y="2318004"/>
                </a:lnTo>
                <a:lnTo>
                  <a:pt x="4750879" y="2467509"/>
                </a:lnTo>
                <a:lnTo>
                  <a:pt x="4746677" y="2617013"/>
                </a:lnTo>
                <a:lnTo>
                  <a:pt x="4742643" y="2765146"/>
                </a:lnTo>
                <a:lnTo>
                  <a:pt x="4740794" y="2911221"/>
                </a:lnTo>
                <a:lnTo>
                  <a:pt x="4738777" y="3057297"/>
                </a:lnTo>
                <a:lnTo>
                  <a:pt x="4737768" y="3201315"/>
                </a:lnTo>
                <a:lnTo>
                  <a:pt x="4738777" y="3343961"/>
                </a:lnTo>
                <a:lnTo>
                  <a:pt x="4738777" y="3485236"/>
                </a:lnTo>
                <a:lnTo>
                  <a:pt x="4740794" y="3625139"/>
                </a:lnTo>
                <a:lnTo>
                  <a:pt x="4743819" y="3762299"/>
                </a:lnTo>
                <a:lnTo>
                  <a:pt x="4746677" y="3898087"/>
                </a:lnTo>
                <a:lnTo>
                  <a:pt x="4749871" y="4031133"/>
                </a:lnTo>
                <a:lnTo>
                  <a:pt x="4754745" y="4163492"/>
                </a:lnTo>
                <a:lnTo>
                  <a:pt x="4759956" y="4293793"/>
                </a:lnTo>
                <a:lnTo>
                  <a:pt x="4764662" y="4421352"/>
                </a:lnTo>
                <a:lnTo>
                  <a:pt x="4777942" y="4670298"/>
                </a:lnTo>
                <a:lnTo>
                  <a:pt x="4792061" y="4908956"/>
                </a:lnTo>
                <a:lnTo>
                  <a:pt x="4806853" y="5138013"/>
                </a:lnTo>
                <a:lnTo>
                  <a:pt x="4823158" y="5354726"/>
                </a:lnTo>
                <a:lnTo>
                  <a:pt x="4840135" y="5561838"/>
                </a:lnTo>
                <a:lnTo>
                  <a:pt x="4858456" y="5753862"/>
                </a:lnTo>
                <a:lnTo>
                  <a:pt x="4876442" y="5934227"/>
                </a:lnTo>
                <a:lnTo>
                  <a:pt x="4894427" y="6100191"/>
                </a:lnTo>
                <a:lnTo>
                  <a:pt x="4911404" y="6252438"/>
                </a:lnTo>
                <a:lnTo>
                  <a:pt x="4927541" y="6387541"/>
                </a:lnTo>
                <a:lnTo>
                  <a:pt x="4942837" y="6509613"/>
                </a:lnTo>
                <a:lnTo>
                  <a:pt x="4955612" y="6612483"/>
                </a:lnTo>
                <a:lnTo>
                  <a:pt x="4967714" y="6698894"/>
                </a:lnTo>
                <a:lnTo>
                  <a:pt x="4985028" y="6817538"/>
                </a:lnTo>
                <a:lnTo>
                  <a:pt x="4990911" y="6858000"/>
                </a:lnTo>
                <a:lnTo>
                  <a:pt x="4085557" y="6858000"/>
                </a:lnTo>
                <a:lnTo>
                  <a:pt x="4085557" y="6858001"/>
                </a:lnTo>
                <a:lnTo>
                  <a:pt x="0" y="6858001"/>
                </a:lnTo>
                <a:lnTo>
                  <a:pt x="0" y="1"/>
                </a:lnTo>
                <a:lnTo>
                  <a:pt x="3646196" y="1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ADAB9C8-EB37-4914-A699-C716FC8FE4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9264" y="1645920"/>
            <a:ext cx="2642159" cy="4470821"/>
          </a:xfrm>
        </p:spPr>
        <p:txBody>
          <a:bodyPr>
            <a:normAutofit/>
          </a:bodyPr>
          <a:lstStyle/>
          <a:p>
            <a:pPr algn="ctr"/>
            <a:r>
              <a:rPr lang="pt-BR" sz="29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Recomendações Estratégicas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03081" y="1645920"/>
            <a:ext cx="4702076" cy="4470821"/>
          </a:xfrm>
        </p:spPr>
        <p:txBody>
          <a:bodyPr>
            <a:normAutofit/>
          </a:bodyPr>
          <a:lstStyle/>
          <a:p>
            <a:pPr algn="just">
              <a:lnSpc>
                <a:spcPct val="90000"/>
              </a:lnSpc>
            </a:pPr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Fiscalização prioritária em dias e horários críticos, com base nos dados demonstrados anteriormente;</a:t>
            </a:r>
          </a:p>
          <a:p>
            <a:pPr algn="just">
              <a:lnSpc>
                <a:spcPct val="90000"/>
              </a:lnSpc>
            </a:pPr>
            <a:endParaRPr lang="pt-BR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90000"/>
              </a:lnSpc>
            </a:pPr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Investimentos em sinalizações e placas educativas;</a:t>
            </a:r>
          </a:p>
          <a:p>
            <a:pPr marL="0" indent="0" algn="just">
              <a:lnSpc>
                <a:spcPct val="90000"/>
              </a:lnSpc>
              <a:buNone/>
            </a:pPr>
            <a:endParaRPr lang="pt-BR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90000"/>
              </a:lnSpc>
            </a:pPr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Campanhas educativas em massa em redes sociais (maior tráfego de informações) e segmentadas por perfil de risco, com foco no público masculino entre 25 e 44 anos; </a:t>
            </a:r>
          </a:p>
          <a:p>
            <a:pPr algn="just">
              <a:lnSpc>
                <a:spcPct val="90000"/>
              </a:lnSpc>
            </a:pPr>
            <a:endParaRPr lang="pt-BR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90000"/>
              </a:lnSpc>
            </a:pPr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Monitoramento de estradas e criação de portais onde os condutores possam relatar possíveis problemas nas vias, como buracos nas pistas, falta de sinalização correta, falta de iluminação, entre outros problemas...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1423" y="1131203"/>
            <a:ext cx="3813098" cy="1641986"/>
          </a:xfrm>
        </p:spPr>
        <p:txBody>
          <a:bodyPr>
            <a:normAutofit/>
          </a:bodyPr>
          <a:lstStyle/>
          <a:p>
            <a:pPr algn="ctr">
              <a:lnSpc>
                <a:spcPct val="90000"/>
              </a:lnSpc>
            </a:pPr>
            <a:r>
              <a:rPr lang="pt-BR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Conclusão das Análises</a:t>
            </a:r>
          </a:p>
        </p:txBody>
      </p:sp>
      <p:pic>
        <p:nvPicPr>
          <p:cNvPr id="5" name="Picture 4" descr="Mesa com itens de produtividade">
            <a:extLst>
              <a:ext uri="{FF2B5EF4-FFF2-40B4-BE49-F238E27FC236}">
                <a16:creationId xmlns:a16="http://schemas.microsoft.com/office/drawing/2014/main" id="{9E11EFA7-A6F2-E95F-13E5-206B54D503E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5380" r="20131" b="-1"/>
          <a:stretch>
            <a:fillRect/>
          </a:stretch>
        </p:blipFill>
        <p:spPr>
          <a:xfrm>
            <a:off x="-1" y="10"/>
            <a:ext cx="4570804" cy="685799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46267" y="3041414"/>
            <a:ext cx="4023411" cy="380999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pt-BR" sz="1700" dirty="0">
                <a:latin typeface="Arial" panose="020B0604020202020204" pitchFamily="34" charset="0"/>
                <a:cs typeface="Arial" panose="020B0604020202020204" pitchFamily="34" charset="0"/>
              </a:rPr>
              <a:t>Acidentes seguem padrões claros e recorrentes;</a:t>
            </a:r>
          </a:p>
          <a:p>
            <a:pPr marL="0" indent="0">
              <a:lnSpc>
                <a:spcPct val="90000"/>
              </a:lnSpc>
              <a:buNone/>
            </a:pPr>
            <a:endParaRPr lang="pt-BR" sz="1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r>
              <a:rPr lang="pt-BR" sz="1700" dirty="0">
                <a:latin typeface="Arial" panose="020B0604020202020204" pitchFamily="34" charset="0"/>
                <a:cs typeface="Arial" panose="020B0604020202020204" pitchFamily="34" charset="0"/>
              </a:rPr>
              <a:t>Dados permitem ações direcionadas e eficazes;</a:t>
            </a:r>
          </a:p>
          <a:p>
            <a:pPr marL="0" indent="0">
              <a:lnSpc>
                <a:spcPct val="90000"/>
              </a:lnSpc>
              <a:buNone/>
            </a:pPr>
            <a:endParaRPr lang="pt-BR" sz="1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r>
              <a:rPr lang="pt-BR" sz="1700" dirty="0">
                <a:latin typeface="Arial" panose="020B0604020202020204" pitchFamily="34" charset="0"/>
                <a:cs typeface="Arial" panose="020B0604020202020204" pitchFamily="34" charset="0"/>
              </a:rPr>
              <a:t>Uso contínuo de BI para análise de acidentes rodoviários pode salvar vidas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Íon">
  <a:themeElements>
    <a:clrScheme name="Í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Í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Í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48</TotalTime>
  <Words>598</Words>
  <Application>Microsoft Office PowerPoint</Application>
  <PresentationFormat>Apresentação na tela (4:3)</PresentationFormat>
  <Paragraphs>66</Paragraphs>
  <Slides>12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Century Gothic</vt:lpstr>
      <vt:lpstr>Wingdings 3</vt:lpstr>
      <vt:lpstr>Íon</vt:lpstr>
      <vt:lpstr>Segurança Viária nas Rodovias Federais do Brasil</vt:lpstr>
      <vt:lpstr>Objetivo da Análise</vt:lpstr>
      <vt:lpstr>Panorama Geral dos Acidentes</vt:lpstr>
      <vt:lpstr>Distribuição Regional dos Acidentes</vt:lpstr>
      <vt:lpstr>Principais Causas dos Acidentes</vt:lpstr>
      <vt:lpstr>Tipo de Acidente e Veículos Envolvidos</vt:lpstr>
      <vt:lpstr>Clima e Risco de Fatalidade</vt:lpstr>
      <vt:lpstr>Comportamento Temporal dos Acidentes</vt:lpstr>
      <vt:lpstr>Perfil das Vítimas</vt:lpstr>
      <vt:lpstr>Relação entre Fabricação do Veículo x Acidentes</vt:lpstr>
      <vt:lpstr>Recomendações Estratégicas</vt:lpstr>
      <vt:lpstr>Conclusão das Análises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Lucca Rosário</cp:lastModifiedBy>
  <cp:revision>1</cp:revision>
  <dcterms:created xsi:type="dcterms:W3CDTF">2013-01-27T09:14:16Z</dcterms:created>
  <dcterms:modified xsi:type="dcterms:W3CDTF">2026-01-27T19:04:58Z</dcterms:modified>
  <cp:category/>
</cp:coreProperties>
</file>